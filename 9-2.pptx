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ctiveX/activeX1.bin" ContentType="application/vnd.ms-office.activeX"/>
  <Override PartName="/ppt/activeX/activeX1.xml" ContentType="application/vnd.ms-office.activeX+xml"/>
  <Override PartName="/ppt/activeX/activeX2.bin" ContentType="application/vnd.ms-office.activeX"/>
  <Override PartName="/ppt/activeX/activeX2.xml" ContentType="application/vnd.ms-office.activeX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7" r:id="rId4"/>
    <p:sldId id="333" r:id="rId5"/>
    <p:sldId id="412" r:id="rId6"/>
    <p:sldId id="413" r:id="rId7"/>
    <p:sldId id="391" r:id="rId8"/>
    <p:sldId id="392" r:id="rId9"/>
    <p:sldId id="405" r:id="rId10"/>
    <p:sldId id="393" r:id="rId11"/>
    <p:sldId id="406" r:id="rId12"/>
    <p:sldId id="398" r:id="rId13"/>
    <p:sldId id="408" r:id="rId14"/>
    <p:sldId id="399" r:id="rId15"/>
    <p:sldId id="404" r:id="rId16"/>
    <p:sldId id="410" r:id="rId17"/>
    <p:sldId id="401" r:id="rId18"/>
    <p:sldId id="313" r:id="rId19"/>
    <p:sldId id="314" r:id="rId20"/>
  </p:sldIdLst>
  <p:sldSz cx="9144000" cy="6858000" type="screen4x3"/>
  <p:notesSz cx="6858000" cy="9144000"/>
  <p:custShowLst>
    <p:custShow name="自定义放映 1" id="0">
      <p:sldLst/>
    </p:custShow>
  </p:custShow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00"/>
    <a:srgbClr val="009900"/>
    <a:srgbClr val="2AAA2A"/>
    <a:srgbClr val="2FBD2F"/>
    <a:srgbClr val="008000"/>
    <a:srgbClr val="00CC00"/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158" d="100"/>
          <a:sy n="158" d="100"/>
        </p:scale>
        <p:origin x="1808" y="92"/>
      </p:cViewPr>
      <p:guideLst>
        <p:guide orient="horz" pos="212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_rels/activeX2.xml.rels><?xml version="1.0" encoding="UTF-8" standalone="yes"?>
<Relationships xmlns="http://schemas.openxmlformats.org/package/2006/relationships"><Relationship Id="rId1" Type="http://schemas.microsoft.com/office/2006/relationships/activeXControlBinary" Target="activeX2.bin"/></Relationships>
</file>

<file path=ppt/activeX/activeX1.xml><?xml version="1.0" encoding="utf-8"?>
<ax:ocx xmlns:ax="http://schemas.microsoft.com/office/2006/activeX" xmlns:r="http://schemas.openxmlformats.org/officeDocument/2006/relationships" ax:classid="{00000000-0000-0000-0000-000000000000}" ax:persistence="persistStorage" r:id="rId1"/>
</file>

<file path=ppt/activeX/activeX2.xml><?xml version="1.0" encoding="utf-8"?>
<ax:ocx xmlns:ax="http://schemas.microsoft.com/office/2006/activeX" xmlns:r="http://schemas.openxmlformats.org/officeDocument/2006/relationships" ax:classid="{00000000-0000-0000-0000-000000000000}" ax:persistence="persistStorage" r:id="rId1"/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.emf"/><Relationship Id="rId8" Type="http://schemas.openxmlformats.org/officeDocument/2006/relationships/image" Target="../media/image9.wmf"/><Relationship Id="rId7" Type="http://schemas.openxmlformats.org/officeDocument/2006/relationships/image" Target="../media/image8.wmf"/><Relationship Id="rId6" Type="http://schemas.openxmlformats.org/officeDocument/2006/relationships/image" Target="../media/image7.wmf"/><Relationship Id="rId5" Type="http://schemas.openxmlformats.org/officeDocument/2006/relationships/image" Target="../media/image6.emf"/><Relationship Id="rId4" Type="http://schemas.openxmlformats.org/officeDocument/2006/relationships/image" Target="../media/image5.wmf"/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1" Type="http://schemas.openxmlformats.org/officeDocument/2006/relationships/image" Target="../media/image12.emf"/><Relationship Id="rId10" Type="http://schemas.openxmlformats.org/officeDocument/2006/relationships/image" Target="../media/image11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.wmf"/><Relationship Id="rId8" Type="http://schemas.openxmlformats.org/officeDocument/2006/relationships/image" Target="../media/image18.wmf"/><Relationship Id="rId7" Type="http://schemas.openxmlformats.org/officeDocument/2006/relationships/image" Target="../media/image17.wmf"/><Relationship Id="rId6" Type="http://schemas.openxmlformats.org/officeDocument/2006/relationships/image" Target="../media/image16.wmf"/><Relationship Id="rId5" Type="http://schemas.openxmlformats.org/officeDocument/2006/relationships/image" Target="../media/image15.emf"/><Relationship Id="rId4" Type="http://schemas.openxmlformats.org/officeDocument/2006/relationships/image" Target="../media/image3.wmf"/><Relationship Id="rId3" Type="http://schemas.openxmlformats.org/officeDocument/2006/relationships/image" Target="../media/image14.wmf"/><Relationship Id="rId2" Type="http://schemas.openxmlformats.org/officeDocument/2006/relationships/image" Target="../media/image13.emf"/><Relationship Id="rId10" Type="http://schemas.openxmlformats.org/officeDocument/2006/relationships/image" Target="../media/image4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6" Type="http://schemas.openxmlformats.org/officeDocument/2006/relationships/image" Target="../media/image22.wmf"/><Relationship Id="rId5" Type="http://schemas.openxmlformats.org/officeDocument/2006/relationships/image" Target="../media/image23.png"/><Relationship Id="rId4" Type="http://schemas.openxmlformats.org/officeDocument/2006/relationships/image" Target="../media/image14.wmf"/><Relationship Id="rId3" Type="http://schemas.openxmlformats.org/officeDocument/2006/relationships/image" Target="../media/image21.emf"/><Relationship Id="rId2" Type="http://schemas.openxmlformats.org/officeDocument/2006/relationships/image" Target="../media/image2.wmf"/><Relationship Id="rId1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32.wmf"/><Relationship Id="rId8" Type="http://schemas.openxmlformats.org/officeDocument/2006/relationships/image" Target="../media/image31.emf"/><Relationship Id="rId7" Type="http://schemas.openxmlformats.org/officeDocument/2006/relationships/image" Target="../media/image30.emf"/><Relationship Id="rId6" Type="http://schemas.openxmlformats.org/officeDocument/2006/relationships/image" Target="../media/image29.emf"/><Relationship Id="rId5" Type="http://schemas.openxmlformats.org/officeDocument/2006/relationships/image" Target="../media/image28.emf"/><Relationship Id="rId4" Type="http://schemas.openxmlformats.org/officeDocument/2006/relationships/image" Target="../media/image27.wmf"/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6" Type="http://schemas.openxmlformats.org/officeDocument/2006/relationships/image" Target="../media/image37.emf"/><Relationship Id="rId15" Type="http://schemas.openxmlformats.org/officeDocument/2006/relationships/image" Target="../media/image36.emf"/><Relationship Id="rId14" Type="http://schemas.openxmlformats.org/officeDocument/2006/relationships/image" Target="../media/image18.wmf"/><Relationship Id="rId13" Type="http://schemas.openxmlformats.org/officeDocument/2006/relationships/image" Target="../media/image17.wmf"/><Relationship Id="rId12" Type="http://schemas.openxmlformats.org/officeDocument/2006/relationships/image" Target="../media/image35.emf"/><Relationship Id="rId11" Type="http://schemas.openxmlformats.org/officeDocument/2006/relationships/image" Target="../media/image34.wmf"/><Relationship Id="rId10" Type="http://schemas.openxmlformats.org/officeDocument/2006/relationships/image" Target="../media/image33.wmf"/><Relationship Id="rId1" Type="http://schemas.openxmlformats.org/officeDocument/2006/relationships/image" Target="../media/image24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image" Target="../media/image38.wmf"/></Relationships>
</file>

<file path=ppt/drawings/_rels/vmlDrawing6.vml.rels><?xml version="1.0" encoding="UTF-8" standalone="yes"?>
<Relationships xmlns="http://schemas.openxmlformats.org/package/2006/relationships"><Relationship Id="rId4" Type="http://schemas.openxmlformats.org/officeDocument/2006/relationships/image" Target="../media/image43.wmf"/><Relationship Id="rId3" Type="http://schemas.openxmlformats.org/officeDocument/2006/relationships/image" Target="../media/image42.emf"/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50.wmf"/><Relationship Id="rId8" Type="http://schemas.openxmlformats.org/officeDocument/2006/relationships/image" Target="../media/image49.wmf"/><Relationship Id="rId7" Type="http://schemas.openxmlformats.org/officeDocument/2006/relationships/image" Target="../media/image14.wmf"/><Relationship Id="rId6" Type="http://schemas.openxmlformats.org/officeDocument/2006/relationships/image" Target="../media/image48.wmf"/><Relationship Id="rId5" Type="http://schemas.openxmlformats.org/officeDocument/2006/relationships/image" Target="../media/image47.wmf"/><Relationship Id="rId4" Type="http://schemas.openxmlformats.org/officeDocument/2006/relationships/image" Target="../media/image2.wmf"/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9" Type="http://schemas.openxmlformats.org/officeDocument/2006/relationships/image" Target="../media/image60.wmf"/><Relationship Id="rId18" Type="http://schemas.openxmlformats.org/officeDocument/2006/relationships/image" Target="../media/image59.emf"/><Relationship Id="rId17" Type="http://schemas.openxmlformats.org/officeDocument/2006/relationships/image" Target="../media/image58.emf"/><Relationship Id="rId16" Type="http://schemas.openxmlformats.org/officeDocument/2006/relationships/image" Target="../media/image57.wmf"/><Relationship Id="rId15" Type="http://schemas.openxmlformats.org/officeDocument/2006/relationships/image" Target="../media/image56.emf"/><Relationship Id="rId14" Type="http://schemas.openxmlformats.org/officeDocument/2006/relationships/image" Target="../media/image55.wmf"/><Relationship Id="rId13" Type="http://schemas.openxmlformats.org/officeDocument/2006/relationships/image" Target="../media/image54.wmf"/><Relationship Id="rId12" Type="http://schemas.openxmlformats.org/officeDocument/2006/relationships/image" Target="../media/image53.emf"/><Relationship Id="rId11" Type="http://schemas.openxmlformats.org/officeDocument/2006/relationships/image" Target="../media/image52.emf"/><Relationship Id="rId10" Type="http://schemas.openxmlformats.org/officeDocument/2006/relationships/image" Target="../media/image51.emf"/><Relationship Id="rId1" Type="http://schemas.openxmlformats.org/officeDocument/2006/relationships/image" Target="../media/image44.wmf"/></Relationships>
</file>

<file path=ppt/drawings/_rels/vmlDrawing8.vml.rels><?xml version="1.0" encoding="UTF-8" standalone="yes"?>
<Relationships xmlns="http://schemas.openxmlformats.org/package/2006/relationships"><Relationship Id="rId4" Type="http://schemas.openxmlformats.org/officeDocument/2006/relationships/image" Target="../media/image64.wmf"/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72.wmf"/><Relationship Id="rId8" Type="http://schemas.openxmlformats.org/officeDocument/2006/relationships/image" Target="../media/image71.wmf"/><Relationship Id="rId7" Type="http://schemas.openxmlformats.org/officeDocument/2006/relationships/image" Target="../media/image61.wmf"/><Relationship Id="rId6" Type="http://schemas.openxmlformats.org/officeDocument/2006/relationships/image" Target="../media/image70.wmf"/><Relationship Id="rId5" Type="http://schemas.openxmlformats.org/officeDocument/2006/relationships/image" Target="../media/image69.wmf"/><Relationship Id="rId4" Type="http://schemas.openxmlformats.org/officeDocument/2006/relationships/image" Target="../media/image68.wmf"/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drawings/_rels/vmlDrawing10.vml.rels><?xml version="1.0" encoding="UTF-8" standalone="yes"?>
<Relationships xmlns="http://schemas.openxmlformats.org/package/2006/relationships"><Relationship Id="rId7" Type="http://schemas.openxmlformats.org/officeDocument/2006/relationships/image" Target="../media/image79.emf"/><Relationship Id="rId6" Type="http://schemas.openxmlformats.org/officeDocument/2006/relationships/image" Target="../media/image78.wmf"/><Relationship Id="rId5" Type="http://schemas.openxmlformats.org/officeDocument/2006/relationships/image" Target="../media/image77.wmf"/><Relationship Id="rId4" Type="http://schemas.openxmlformats.org/officeDocument/2006/relationships/image" Target="../media/image76.wmf"/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73.wmf"/><Relationship Id="rId8" Type="http://schemas.openxmlformats.org/officeDocument/2006/relationships/image" Target="../media/image87.wmf"/><Relationship Id="rId7" Type="http://schemas.openxmlformats.org/officeDocument/2006/relationships/image" Target="../media/image86.wmf"/><Relationship Id="rId6" Type="http://schemas.openxmlformats.org/officeDocument/2006/relationships/image" Target="../media/image85.wmf"/><Relationship Id="rId5" Type="http://schemas.openxmlformats.org/officeDocument/2006/relationships/image" Target="../media/image84.wmf"/><Relationship Id="rId4" Type="http://schemas.openxmlformats.org/officeDocument/2006/relationships/image" Target="../media/image83.wmf"/><Relationship Id="rId3" Type="http://schemas.openxmlformats.org/officeDocument/2006/relationships/image" Target="../media/image82.wmf"/><Relationship Id="rId2" Type="http://schemas.openxmlformats.org/officeDocument/2006/relationships/image" Target="../media/image81.wmf"/><Relationship Id="rId18" Type="http://schemas.openxmlformats.org/officeDocument/2006/relationships/image" Target="../media/image92.emf"/><Relationship Id="rId17" Type="http://schemas.openxmlformats.org/officeDocument/2006/relationships/image" Target="../media/image91.wmf"/><Relationship Id="rId16" Type="http://schemas.openxmlformats.org/officeDocument/2006/relationships/image" Target="../media/image90.emf"/><Relationship Id="rId15" Type="http://schemas.openxmlformats.org/officeDocument/2006/relationships/image" Target="../media/image89.wmf"/><Relationship Id="rId14" Type="http://schemas.openxmlformats.org/officeDocument/2006/relationships/image" Target="../media/image88.wmf"/><Relationship Id="rId13" Type="http://schemas.openxmlformats.org/officeDocument/2006/relationships/image" Target="../media/image77.wmf"/><Relationship Id="rId12" Type="http://schemas.openxmlformats.org/officeDocument/2006/relationships/image" Target="../media/image76.wmf"/><Relationship Id="rId11" Type="http://schemas.openxmlformats.org/officeDocument/2006/relationships/image" Target="../media/image75.wmf"/><Relationship Id="rId10" Type="http://schemas.openxmlformats.org/officeDocument/2006/relationships/image" Target="../media/image74.wmf"/><Relationship Id="rId1" Type="http://schemas.openxmlformats.org/officeDocument/2006/relationships/image" Target="../media/image80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74.wmf"/><Relationship Id="rId8" Type="http://schemas.openxmlformats.org/officeDocument/2006/relationships/image" Target="../media/image73.wmf"/><Relationship Id="rId7" Type="http://schemas.openxmlformats.org/officeDocument/2006/relationships/image" Target="../media/image99.wmf"/><Relationship Id="rId6" Type="http://schemas.openxmlformats.org/officeDocument/2006/relationships/image" Target="../media/image98.wmf"/><Relationship Id="rId5" Type="http://schemas.openxmlformats.org/officeDocument/2006/relationships/image" Target="../media/image97.wmf"/><Relationship Id="rId4" Type="http://schemas.openxmlformats.org/officeDocument/2006/relationships/image" Target="../media/image96.wmf"/><Relationship Id="rId3" Type="http://schemas.openxmlformats.org/officeDocument/2006/relationships/image" Target="../media/image95.wmf"/><Relationship Id="rId2" Type="http://schemas.openxmlformats.org/officeDocument/2006/relationships/image" Target="../media/image94.wmf"/><Relationship Id="rId15" Type="http://schemas.openxmlformats.org/officeDocument/2006/relationships/image" Target="../media/image101.wmf"/><Relationship Id="rId14" Type="http://schemas.openxmlformats.org/officeDocument/2006/relationships/image" Target="../media/image100.emf"/><Relationship Id="rId13" Type="http://schemas.openxmlformats.org/officeDocument/2006/relationships/image" Target="../media/image78.wmf"/><Relationship Id="rId12" Type="http://schemas.openxmlformats.org/officeDocument/2006/relationships/image" Target="../media/image77.wmf"/><Relationship Id="rId11" Type="http://schemas.openxmlformats.org/officeDocument/2006/relationships/image" Target="../media/image76.wmf"/><Relationship Id="rId10" Type="http://schemas.openxmlformats.org/officeDocument/2006/relationships/image" Target="../media/image75.wmf"/><Relationship Id="rId1" Type="http://schemas.openxmlformats.org/officeDocument/2006/relationships/image" Target="../media/image93.wmf"/></Relationships>
</file>

<file path=ppt/drawings/_rels/vmlDrawing13.vml.rels><?xml version="1.0" encoding="UTF-8" standalone="yes"?>
<Relationships xmlns="http://schemas.openxmlformats.org/package/2006/relationships"><Relationship Id="rId7" Type="http://schemas.openxmlformats.org/officeDocument/2006/relationships/image" Target="../media/image102.emf"/><Relationship Id="rId6" Type="http://schemas.openxmlformats.org/officeDocument/2006/relationships/image" Target="../media/image78.wmf"/><Relationship Id="rId5" Type="http://schemas.openxmlformats.org/officeDocument/2006/relationships/image" Target="../media/image77.wmf"/><Relationship Id="rId4" Type="http://schemas.openxmlformats.org/officeDocument/2006/relationships/image" Target="../media/image76.wmf"/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77.wmf"/><Relationship Id="rId8" Type="http://schemas.openxmlformats.org/officeDocument/2006/relationships/image" Target="../media/image76.wmf"/><Relationship Id="rId7" Type="http://schemas.openxmlformats.org/officeDocument/2006/relationships/image" Target="../media/image75.wmf"/><Relationship Id="rId6" Type="http://schemas.openxmlformats.org/officeDocument/2006/relationships/image" Target="../media/image74.wmf"/><Relationship Id="rId5" Type="http://schemas.openxmlformats.org/officeDocument/2006/relationships/image" Target="../media/image73.wmf"/><Relationship Id="rId4" Type="http://schemas.openxmlformats.org/officeDocument/2006/relationships/image" Target="../media/image106.wmf"/><Relationship Id="rId3" Type="http://schemas.openxmlformats.org/officeDocument/2006/relationships/image" Target="../media/image105.wmf"/><Relationship Id="rId2" Type="http://schemas.openxmlformats.org/officeDocument/2006/relationships/image" Target="../media/image104.wmf"/><Relationship Id="rId11" Type="http://schemas.openxmlformats.org/officeDocument/2006/relationships/image" Target="../media/image107.wmf"/><Relationship Id="rId10" Type="http://schemas.openxmlformats.org/officeDocument/2006/relationships/image" Target="../media/image78.wmf"/><Relationship Id="rId1" Type="http://schemas.openxmlformats.org/officeDocument/2006/relationships/image" Target="../media/image103.w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78.wmf"/><Relationship Id="rId8" Type="http://schemas.openxmlformats.org/officeDocument/2006/relationships/image" Target="../media/image77.wmf"/><Relationship Id="rId7" Type="http://schemas.openxmlformats.org/officeDocument/2006/relationships/image" Target="../media/image76.wmf"/><Relationship Id="rId6" Type="http://schemas.openxmlformats.org/officeDocument/2006/relationships/image" Target="../media/image75.wmf"/><Relationship Id="rId5" Type="http://schemas.openxmlformats.org/officeDocument/2006/relationships/image" Target="../media/image74.wmf"/><Relationship Id="rId4" Type="http://schemas.openxmlformats.org/officeDocument/2006/relationships/image" Target="../media/image73.wmf"/><Relationship Id="rId3" Type="http://schemas.openxmlformats.org/officeDocument/2006/relationships/image" Target="../media/image110.wmf"/><Relationship Id="rId2" Type="http://schemas.openxmlformats.org/officeDocument/2006/relationships/image" Target="../media/image109.wmf"/><Relationship Id="rId14" Type="http://schemas.openxmlformats.org/officeDocument/2006/relationships/image" Target="../media/image115.emf"/><Relationship Id="rId13" Type="http://schemas.openxmlformats.org/officeDocument/2006/relationships/image" Target="../media/image114.emf"/><Relationship Id="rId12" Type="http://schemas.openxmlformats.org/officeDocument/2006/relationships/image" Target="../media/image113.wmf"/><Relationship Id="rId11" Type="http://schemas.openxmlformats.org/officeDocument/2006/relationships/image" Target="../media/image112.emf"/><Relationship Id="rId10" Type="http://schemas.openxmlformats.org/officeDocument/2006/relationships/image" Target="../media/image111.emf"/><Relationship Id="rId1" Type="http://schemas.openxmlformats.org/officeDocument/2006/relationships/image" Target="../media/image108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56"/>
          <p:cNvSpPr>
            <a:spLocks noChangeArrowheads="1"/>
          </p:cNvSpPr>
          <p:nvPr/>
        </p:nvSpPr>
        <p:spPr bwMode="auto">
          <a:xfrm>
            <a:off x="6443663" y="92075"/>
            <a:ext cx="2592388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50000"/>
              </a:spcBef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9-2  旋转矢量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1027" name="Rectangle 15"/>
          <p:cNvSpPr>
            <a:spLocks noChangeArrowheads="1"/>
          </p:cNvSpPr>
          <p:nvPr/>
        </p:nvSpPr>
        <p:spPr bwMode="auto">
          <a:xfrm>
            <a:off x="3132138" y="6400800"/>
            <a:ext cx="2895600" cy="26828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50000"/>
              </a:spcBef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2" name="Rectangle 97"/>
          <p:cNvSpPr>
            <a:spLocks noChangeArrowheads="1"/>
          </p:cNvSpPr>
          <p:nvPr/>
        </p:nvSpPr>
        <p:spPr bwMode="auto">
          <a:xfrm>
            <a:off x="3130550" y="6400800"/>
            <a:ext cx="2895600" cy="268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第九章  振动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4607235" y="6336000"/>
            <a:ext cx="1080000" cy="1588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1"/>
          <p:cNvCxnSpPr/>
          <p:nvPr/>
        </p:nvCxnSpPr>
        <p:spPr>
          <a:xfrm flipH="1">
            <a:off x="3527235" y="6334124"/>
            <a:ext cx="1080000" cy="1588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429376" y="573087"/>
            <a:ext cx="2657474" cy="1589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6588125" y="63817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800">
                <a:solidFill>
                  <a:srgbClr val="0000CC"/>
                </a:solidFill>
                <a:latin typeface="Calibri" panose="020F050202020403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3" name="Rectangle 113"/>
          <p:cNvSpPr>
            <a:spLocks noChangeArrowheads="1"/>
          </p:cNvSpPr>
          <p:nvPr/>
        </p:nvSpPr>
        <p:spPr bwMode="auto">
          <a:xfrm>
            <a:off x="6588125" y="6381750"/>
            <a:ext cx="2133600" cy="41275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p>
            <a:pPr lvl="0" algn="r" eaLnBrk="1" hangingPunct="1">
              <a:buNone/>
            </a:pPr>
            <a:fld id="{9A0DB2DC-4C9A-4742-B13C-FB6460FD3503}" type="slidenum">
              <a:rPr lang="zh-CN" altLang="en-US" sz="1800" dirty="0">
                <a:solidFill>
                  <a:srgbClr val="0000CC"/>
                </a:solidFill>
                <a:latin typeface="Calibri" panose="020F0502020204030204" pitchFamily="34" charset="0"/>
              </a:rPr>
            </a:fld>
            <a:endParaRPr lang="zh-CN" altLang="en-US" sz="1800" dirty="0">
              <a:solidFill>
                <a:srgbClr val="0000CC"/>
              </a:solidFill>
              <a:latin typeface="Calibri" panose="020F0502020204030204" pitchFamily="34" charset="0"/>
            </a:endParaRPr>
          </a:p>
        </p:txBody>
      </p:sp>
      <p:pic>
        <p:nvPicPr>
          <p:cNvPr id="1034" name="Picture 12" descr="C:\Users\qdx\Desktop\Aticles\20141011\temp_01.gif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-271462" y="19050"/>
            <a:ext cx="1435100" cy="1644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" name="TextBox 80"/>
          <p:cNvSpPr txBox="1">
            <a:spLocks noChangeArrowheads="1"/>
          </p:cNvSpPr>
          <p:nvPr/>
        </p:nvSpPr>
        <p:spPr bwMode="auto">
          <a:xfrm>
            <a:off x="123825" y="207963"/>
            <a:ext cx="661988" cy="4619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物理学第七版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15"/>
          <p:cNvSpPr>
            <a:spLocks noChangeArrowheads="1"/>
          </p:cNvSpPr>
          <p:nvPr/>
        </p:nvSpPr>
        <p:spPr bwMode="auto">
          <a:xfrm>
            <a:off x="3132138" y="6400800"/>
            <a:ext cx="2895600" cy="26828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50000"/>
              </a:spcBef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2" name="Rectangle 97"/>
          <p:cNvSpPr>
            <a:spLocks noChangeArrowheads="1"/>
          </p:cNvSpPr>
          <p:nvPr/>
        </p:nvSpPr>
        <p:spPr bwMode="auto">
          <a:xfrm>
            <a:off x="3130550" y="6400800"/>
            <a:ext cx="2895600" cy="268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第九章  振动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4607235" y="6336000"/>
            <a:ext cx="1080000" cy="1588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1"/>
          <p:cNvCxnSpPr/>
          <p:nvPr/>
        </p:nvCxnSpPr>
        <p:spPr>
          <a:xfrm flipH="1">
            <a:off x="3527235" y="6334124"/>
            <a:ext cx="1080000" cy="1588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6588125" y="63817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800">
                <a:solidFill>
                  <a:srgbClr val="0000CC"/>
                </a:solidFill>
                <a:latin typeface="Calibri" panose="020F050202020403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55" name="Rectangle 48"/>
          <p:cNvSpPr>
            <a:spLocks noChangeArrowheads="1"/>
          </p:cNvSpPr>
          <p:nvPr/>
        </p:nvSpPr>
        <p:spPr bwMode="auto">
          <a:xfrm>
            <a:off x="6588125" y="6381750"/>
            <a:ext cx="2133600" cy="41275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p>
            <a:pPr lvl="0" algn="r" eaLnBrk="1" hangingPunct="1">
              <a:buNone/>
            </a:pPr>
            <a:fld id="{9A0DB2DC-4C9A-4742-B13C-FB6460FD3503}" type="slidenum">
              <a:rPr lang="zh-CN" altLang="en-US" sz="1800" dirty="0">
                <a:solidFill>
                  <a:srgbClr val="0000CC"/>
                </a:solidFill>
                <a:latin typeface="Calibri" panose="020F0502020204030204" pitchFamily="34" charset="0"/>
              </a:rPr>
            </a:fld>
            <a:endParaRPr lang="zh-CN" altLang="en-US" sz="1800" dirty="0">
              <a:solidFill>
                <a:srgbClr val="0000CC"/>
              </a:solidFill>
              <a:latin typeface="Calibri" panose="020F0502020204030204" pitchFamily="34" charset="0"/>
            </a:endParaRPr>
          </a:p>
        </p:txBody>
      </p:sp>
      <p:sp>
        <p:nvSpPr>
          <p:cNvPr id="2056" name="Rectangle 16"/>
          <p:cNvSpPr>
            <a:spLocks noChangeArrowheads="1"/>
          </p:cNvSpPr>
          <p:nvPr/>
        </p:nvSpPr>
        <p:spPr bwMode="auto">
          <a:xfrm>
            <a:off x="7031038" y="90488"/>
            <a:ext cx="1566863" cy="5349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50000"/>
              </a:spcBef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本章目录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7000891" y="596900"/>
            <a:ext cx="1548000" cy="1588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8" name="Picture 12" descr="C:\Users\qdx\Desktop\Aticles\20141011\temp_01.gif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-271462" y="19050"/>
            <a:ext cx="1435100" cy="1644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" name="TextBox 80"/>
          <p:cNvSpPr txBox="1">
            <a:spLocks noChangeArrowheads="1"/>
          </p:cNvSpPr>
          <p:nvPr/>
        </p:nvSpPr>
        <p:spPr bwMode="auto">
          <a:xfrm>
            <a:off x="123825" y="207963"/>
            <a:ext cx="661988" cy="4619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物理学第七版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5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Relationship Id="rId3" Type="http://schemas.openxmlformats.org/officeDocument/2006/relationships/oleObject" Target="../embeddings/oleObject2.bin"/><Relationship Id="rId24" Type="http://schemas.openxmlformats.org/officeDocument/2006/relationships/vmlDrawing" Target="../drawings/vmlDrawing1.vml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12.emf"/><Relationship Id="rId21" Type="http://schemas.openxmlformats.org/officeDocument/2006/relationships/oleObject" Target="../embeddings/oleObject11.bin"/><Relationship Id="rId20" Type="http://schemas.openxmlformats.org/officeDocument/2006/relationships/image" Target="../media/image11.wmf"/><Relationship Id="rId2" Type="http://schemas.openxmlformats.org/officeDocument/2006/relationships/image" Target="../media/image2.wmf"/><Relationship Id="rId19" Type="http://schemas.openxmlformats.org/officeDocument/2006/relationships/oleObject" Target="../embeddings/oleObject10.bin"/><Relationship Id="rId18" Type="http://schemas.openxmlformats.org/officeDocument/2006/relationships/image" Target="../media/image10.emf"/><Relationship Id="rId17" Type="http://schemas.openxmlformats.org/officeDocument/2006/relationships/oleObject" Target="../embeddings/oleObject9.bin"/><Relationship Id="rId16" Type="http://schemas.openxmlformats.org/officeDocument/2006/relationships/image" Target="../media/image9.w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8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7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6.e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.bin"/><Relationship Id="rId8" Type="http://schemas.openxmlformats.org/officeDocument/2006/relationships/image" Target="../media/image3.wmf"/><Relationship Id="rId7" Type="http://schemas.openxmlformats.org/officeDocument/2006/relationships/oleObject" Target="../embeddings/oleObject15.bin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3.emf"/><Relationship Id="rId3" Type="http://schemas.openxmlformats.org/officeDocument/2006/relationships/oleObject" Target="../embeddings/oleObject13.bin"/><Relationship Id="rId23" Type="http://schemas.openxmlformats.org/officeDocument/2006/relationships/vmlDrawing" Target="../drawings/vmlDrawing2.vml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4.wmf"/><Relationship Id="rId20" Type="http://schemas.openxmlformats.org/officeDocument/2006/relationships/oleObject" Target="../embeddings/oleObject22.bin"/><Relationship Id="rId2" Type="http://schemas.openxmlformats.org/officeDocument/2006/relationships/image" Target="../media/image2.wmf"/><Relationship Id="rId19" Type="http://schemas.openxmlformats.org/officeDocument/2006/relationships/image" Target="../media/image19.wmf"/><Relationship Id="rId18" Type="http://schemas.openxmlformats.org/officeDocument/2006/relationships/oleObject" Target="../embeddings/oleObject21.bin"/><Relationship Id="rId17" Type="http://schemas.openxmlformats.org/officeDocument/2006/relationships/oleObject" Target="../embeddings/oleObject20.bin"/><Relationship Id="rId16" Type="http://schemas.openxmlformats.org/officeDocument/2006/relationships/image" Target="../media/image18.wmf"/><Relationship Id="rId15" Type="http://schemas.openxmlformats.org/officeDocument/2006/relationships/oleObject" Target="../embeddings/oleObject19.bin"/><Relationship Id="rId14" Type="http://schemas.openxmlformats.org/officeDocument/2006/relationships/image" Target="../media/image17.wmf"/><Relationship Id="rId13" Type="http://schemas.openxmlformats.org/officeDocument/2006/relationships/oleObject" Target="../embeddings/oleObject18.bin"/><Relationship Id="rId12" Type="http://schemas.openxmlformats.org/officeDocument/2006/relationships/image" Target="../media/image16.wmf"/><Relationship Id="rId11" Type="http://schemas.openxmlformats.org/officeDocument/2006/relationships/oleObject" Target="../embeddings/oleObject17.bin"/><Relationship Id="rId10" Type="http://schemas.openxmlformats.org/officeDocument/2006/relationships/image" Target="../media/image15.emf"/><Relationship Id="rId1" Type="http://schemas.openxmlformats.org/officeDocument/2006/relationships/oleObject" Target="../embeddings/oleObject12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.bin"/><Relationship Id="rId8" Type="http://schemas.openxmlformats.org/officeDocument/2006/relationships/image" Target="../media/image14.wmf"/><Relationship Id="rId7" Type="http://schemas.openxmlformats.org/officeDocument/2006/relationships/oleObject" Target="../embeddings/oleObject26.bin"/><Relationship Id="rId6" Type="http://schemas.openxmlformats.org/officeDocument/2006/relationships/image" Target="../media/image21.e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4.bin"/><Relationship Id="rId2" Type="http://schemas.openxmlformats.org/officeDocument/2006/relationships/image" Target="../media/image20.wmf"/><Relationship Id="rId14" Type="http://schemas.openxmlformats.org/officeDocument/2006/relationships/vmlDrawing" Target="../drawings/vmlDrawing3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23.png"/><Relationship Id="rId11" Type="http://schemas.openxmlformats.org/officeDocument/2006/relationships/control" Target="../activeX/activeX1.xml"/><Relationship Id="rId10" Type="http://schemas.openxmlformats.org/officeDocument/2006/relationships/image" Target="../media/image22.wmf"/><Relationship Id="rId1" Type="http://schemas.openxmlformats.org/officeDocument/2006/relationships/oleObject" Target="../embeddings/oleObject23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2.bin"/><Relationship Id="rId8" Type="http://schemas.openxmlformats.org/officeDocument/2006/relationships/image" Target="../media/image27.wmf"/><Relationship Id="rId7" Type="http://schemas.openxmlformats.org/officeDocument/2006/relationships/oleObject" Target="../embeddings/oleObject31.bin"/><Relationship Id="rId6" Type="http://schemas.openxmlformats.org/officeDocument/2006/relationships/image" Target="../media/image26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25.wmf"/><Relationship Id="rId34" Type="http://schemas.openxmlformats.org/officeDocument/2006/relationships/vmlDrawing" Target="../drawings/vmlDrawing4.vml"/><Relationship Id="rId33" Type="http://schemas.openxmlformats.org/officeDocument/2006/relationships/slideLayout" Target="../slideLayouts/slideLayout7.xml"/><Relationship Id="rId32" Type="http://schemas.openxmlformats.org/officeDocument/2006/relationships/image" Target="../media/image37.emf"/><Relationship Id="rId31" Type="http://schemas.openxmlformats.org/officeDocument/2006/relationships/oleObject" Target="../embeddings/oleObject43.bin"/><Relationship Id="rId30" Type="http://schemas.openxmlformats.org/officeDocument/2006/relationships/image" Target="../media/image36.emf"/><Relationship Id="rId3" Type="http://schemas.openxmlformats.org/officeDocument/2006/relationships/oleObject" Target="../embeddings/oleObject29.bin"/><Relationship Id="rId29" Type="http://schemas.openxmlformats.org/officeDocument/2006/relationships/oleObject" Target="../embeddings/oleObject42.bin"/><Relationship Id="rId28" Type="http://schemas.openxmlformats.org/officeDocument/2006/relationships/image" Target="../media/image18.wmf"/><Relationship Id="rId27" Type="http://schemas.openxmlformats.org/officeDocument/2006/relationships/oleObject" Target="../embeddings/oleObject41.bin"/><Relationship Id="rId26" Type="http://schemas.openxmlformats.org/officeDocument/2006/relationships/image" Target="../media/image17.wmf"/><Relationship Id="rId25" Type="http://schemas.openxmlformats.org/officeDocument/2006/relationships/oleObject" Target="../embeddings/oleObject40.bin"/><Relationship Id="rId24" Type="http://schemas.openxmlformats.org/officeDocument/2006/relationships/image" Target="../media/image35.emf"/><Relationship Id="rId23" Type="http://schemas.openxmlformats.org/officeDocument/2006/relationships/oleObject" Target="../embeddings/oleObject39.bin"/><Relationship Id="rId22" Type="http://schemas.openxmlformats.org/officeDocument/2006/relationships/image" Target="../media/image34.wmf"/><Relationship Id="rId21" Type="http://schemas.openxmlformats.org/officeDocument/2006/relationships/oleObject" Target="../embeddings/oleObject38.bin"/><Relationship Id="rId20" Type="http://schemas.openxmlformats.org/officeDocument/2006/relationships/image" Target="../media/image33.wmf"/><Relationship Id="rId2" Type="http://schemas.openxmlformats.org/officeDocument/2006/relationships/image" Target="../media/image24.wmf"/><Relationship Id="rId19" Type="http://schemas.openxmlformats.org/officeDocument/2006/relationships/oleObject" Target="../embeddings/oleObject37.bin"/><Relationship Id="rId18" Type="http://schemas.openxmlformats.org/officeDocument/2006/relationships/image" Target="../media/image32.wmf"/><Relationship Id="rId17" Type="http://schemas.openxmlformats.org/officeDocument/2006/relationships/oleObject" Target="../embeddings/oleObject36.bin"/><Relationship Id="rId16" Type="http://schemas.openxmlformats.org/officeDocument/2006/relationships/image" Target="../media/image31.emf"/><Relationship Id="rId15" Type="http://schemas.openxmlformats.org/officeDocument/2006/relationships/oleObject" Target="../embeddings/oleObject35.bin"/><Relationship Id="rId14" Type="http://schemas.openxmlformats.org/officeDocument/2006/relationships/image" Target="../media/image30.emf"/><Relationship Id="rId13" Type="http://schemas.openxmlformats.org/officeDocument/2006/relationships/oleObject" Target="../embeddings/oleObject34.bin"/><Relationship Id="rId12" Type="http://schemas.openxmlformats.org/officeDocument/2006/relationships/image" Target="../media/image29.emf"/><Relationship Id="rId11" Type="http://schemas.openxmlformats.org/officeDocument/2006/relationships/oleObject" Target="../embeddings/oleObject33.bin"/><Relationship Id="rId10" Type="http://schemas.openxmlformats.org/officeDocument/2006/relationships/image" Target="../media/image28.emf"/><Relationship Id="rId1" Type="http://schemas.openxmlformats.org/officeDocument/2006/relationships/oleObject" Target="../embeddings/oleObject28.bin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9.png"/><Relationship Id="rId3" Type="http://schemas.openxmlformats.org/officeDocument/2006/relationships/control" Target="../activeX/activeX2.xml"/><Relationship Id="rId2" Type="http://schemas.openxmlformats.org/officeDocument/2006/relationships/image" Target="../media/image38.wmf"/><Relationship Id="rId1" Type="http://schemas.openxmlformats.org/officeDocument/2006/relationships/oleObject" Target="../embeddings/oleObject44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43.wmf"/><Relationship Id="rId7" Type="http://schemas.openxmlformats.org/officeDocument/2006/relationships/oleObject" Target="../embeddings/oleObject48.bin"/><Relationship Id="rId6" Type="http://schemas.openxmlformats.org/officeDocument/2006/relationships/image" Target="../media/image42.e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41.wmf"/><Relationship Id="rId3" Type="http://schemas.openxmlformats.org/officeDocument/2006/relationships/oleObject" Target="../embeddings/oleObject46.bin"/><Relationship Id="rId2" Type="http://schemas.openxmlformats.org/officeDocument/2006/relationships/image" Target="../media/image40.wmf"/><Relationship Id="rId10" Type="http://schemas.openxmlformats.org/officeDocument/2006/relationships/vmlDrawing" Target="../drawings/vmlDrawing6.vml"/><Relationship Id="rId1" Type="http://schemas.openxmlformats.org/officeDocument/2006/relationships/oleObject" Target="../embeddings/oleObject45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3.bin"/><Relationship Id="rId8" Type="http://schemas.openxmlformats.org/officeDocument/2006/relationships/image" Target="../media/image2.wmf"/><Relationship Id="rId7" Type="http://schemas.openxmlformats.org/officeDocument/2006/relationships/oleObject" Target="../embeddings/oleObject52.bin"/><Relationship Id="rId6" Type="http://schemas.openxmlformats.org/officeDocument/2006/relationships/image" Target="../media/image46.wmf"/><Relationship Id="rId5" Type="http://schemas.openxmlformats.org/officeDocument/2006/relationships/oleObject" Target="../embeddings/oleObject51.bin"/><Relationship Id="rId41" Type="http://schemas.openxmlformats.org/officeDocument/2006/relationships/vmlDrawing" Target="../drawings/vmlDrawing7.vml"/><Relationship Id="rId40" Type="http://schemas.openxmlformats.org/officeDocument/2006/relationships/slideLayout" Target="../slideLayouts/slideLayout7.xml"/><Relationship Id="rId4" Type="http://schemas.openxmlformats.org/officeDocument/2006/relationships/image" Target="../media/image45.wmf"/><Relationship Id="rId39" Type="http://schemas.openxmlformats.org/officeDocument/2006/relationships/image" Target="../media/image60.wmf"/><Relationship Id="rId38" Type="http://schemas.openxmlformats.org/officeDocument/2006/relationships/oleObject" Target="../embeddings/oleObject68.bin"/><Relationship Id="rId37" Type="http://schemas.openxmlformats.org/officeDocument/2006/relationships/image" Target="../media/image59.emf"/><Relationship Id="rId36" Type="http://schemas.openxmlformats.org/officeDocument/2006/relationships/oleObject" Target="../embeddings/oleObject67.bin"/><Relationship Id="rId35" Type="http://schemas.openxmlformats.org/officeDocument/2006/relationships/image" Target="../media/image58.emf"/><Relationship Id="rId34" Type="http://schemas.openxmlformats.org/officeDocument/2006/relationships/oleObject" Target="../embeddings/oleObject66.bin"/><Relationship Id="rId33" Type="http://schemas.openxmlformats.org/officeDocument/2006/relationships/image" Target="../media/image57.wmf"/><Relationship Id="rId32" Type="http://schemas.openxmlformats.org/officeDocument/2006/relationships/oleObject" Target="../embeddings/oleObject65.bin"/><Relationship Id="rId31" Type="http://schemas.openxmlformats.org/officeDocument/2006/relationships/image" Target="../media/image56.emf"/><Relationship Id="rId30" Type="http://schemas.openxmlformats.org/officeDocument/2006/relationships/oleObject" Target="../embeddings/oleObject64.bin"/><Relationship Id="rId3" Type="http://schemas.openxmlformats.org/officeDocument/2006/relationships/oleObject" Target="../embeddings/oleObject50.bin"/><Relationship Id="rId29" Type="http://schemas.openxmlformats.org/officeDocument/2006/relationships/oleObject" Target="../embeddings/oleObject63.bin"/><Relationship Id="rId28" Type="http://schemas.openxmlformats.org/officeDocument/2006/relationships/image" Target="../media/image55.wmf"/><Relationship Id="rId27" Type="http://schemas.openxmlformats.org/officeDocument/2006/relationships/oleObject" Target="../embeddings/oleObject62.bin"/><Relationship Id="rId26" Type="http://schemas.openxmlformats.org/officeDocument/2006/relationships/image" Target="../media/image54.wmf"/><Relationship Id="rId25" Type="http://schemas.openxmlformats.org/officeDocument/2006/relationships/oleObject" Target="../embeddings/oleObject61.bin"/><Relationship Id="rId24" Type="http://schemas.openxmlformats.org/officeDocument/2006/relationships/image" Target="../media/image53.emf"/><Relationship Id="rId23" Type="http://schemas.openxmlformats.org/officeDocument/2006/relationships/oleObject" Target="../embeddings/oleObject60.bin"/><Relationship Id="rId22" Type="http://schemas.openxmlformats.org/officeDocument/2006/relationships/image" Target="../media/image52.emf"/><Relationship Id="rId21" Type="http://schemas.openxmlformats.org/officeDocument/2006/relationships/oleObject" Target="../embeddings/oleObject59.bin"/><Relationship Id="rId20" Type="http://schemas.openxmlformats.org/officeDocument/2006/relationships/image" Target="../media/image51.emf"/><Relationship Id="rId2" Type="http://schemas.openxmlformats.org/officeDocument/2006/relationships/image" Target="../media/image44.wmf"/><Relationship Id="rId19" Type="http://schemas.openxmlformats.org/officeDocument/2006/relationships/oleObject" Target="../embeddings/oleObject58.bin"/><Relationship Id="rId18" Type="http://schemas.openxmlformats.org/officeDocument/2006/relationships/image" Target="../media/image50.wmf"/><Relationship Id="rId17" Type="http://schemas.openxmlformats.org/officeDocument/2006/relationships/oleObject" Target="../embeddings/oleObject57.bin"/><Relationship Id="rId16" Type="http://schemas.openxmlformats.org/officeDocument/2006/relationships/image" Target="../media/image49.wmf"/><Relationship Id="rId15" Type="http://schemas.openxmlformats.org/officeDocument/2006/relationships/oleObject" Target="../embeddings/oleObject56.bin"/><Relationship Id="rId14" Type="http://schemas.openxmlformats.org/officeDocument/2006/relationships/image" Target="../media/image14.wmf"/><Relationship Id="rId13" Type="http://schemas.openxmlformats.org/officeDocument/2006/relationships/oleObject" Target="../embeddings/oleObject55.bin"/><Relationship Id="rId12" Type="http://schemas.openxmlformats.org/officeDocument/2006/relationships/image" Target="../media/image48.wmf"/><Relationship Id="rId11" Type="http://schemas.openxmlformats.org/officeDocument/2006/relationships/oleObject" Target="../embeddings/oleObject54.bin"/><Relationship Id="rId10" Type="http://schemas.openxmlformats.org/officeDocument/2006/relationships/image" Target="../media/image47.wmf"/><Relationship Id="rId1" Type="http://schemas.openxmlformats.org/officeDocument/2006/relationships/oleObject" Target="../embeddings/oleObject49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4.wmf"/><Relationship Id="rId7" Type="http://schemas.openxmlformats.org/officeDocument/2006/relationships/oleObject" Target="../embeddings/oleObject72.bin"/><Relationship Id="rId6" Type="http://schemas.openxmlformats.org/officeDocument/2006/relationships/image" Target="../media/image63.wmf"/><Relationship Id="rId5" Type="http://schemas.openxmlformats.org/officeDocument/2006/relationships/oleObject" Target="../embeddings/oleObject71.bin"/><Relationship Id="rId4" Type="http://schemas.openxmlformats.org/officeDocument/2006/relationships/image" Target="../media/image62.wmf"/><Relationship Id="rId3" Type="http://schemas.openxmlformats.org/officeDocument/2006/relationships/oleObject" Target="../embeddings/oleObject70.bin"/><Relationship Id="rId2" Type="http://schemas.openxmlformats.org/officeDocument/2006/relationships/image" Target="../media/image61.wmf"/><Relationship Id="rId10" Type="http://schemas.openxmlformats.org/officeDocument/2006/relationships/vmlDrawing" Target="../drawings/vmlDrawing8.vml"/><Relationship Id="rId1" Type="http://schemas.openxmlformats.org/officeDocument/2006/relationships/oleObject" Target="../embeddings/oleObject69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7.bin"/><Relationship Id="rId8" Type="http://schemas.openxmlformats.org/officeDocument/2006/relationships/image" Target="../media/image68.wmf"/><Relationship Id="rId7" Type="http://schemas.openxmlformats.org/officeDocument/2006/relationships/oleObject" Target="../embeddings/oleObject76.bin"/><Relationship Id="rId6" Type="http://schemas.openxmlformats.org/officeDocument/2006/relationships/image" Target="../media/image67.wmf"/><Relationship Id="rId5" Type="http://schemas.openxmlformats.org/officeDocument/2006/relationships/oleObject" Target="../embeddings/oleObject75.bin"/><Relationship Id="rId4" Type="http://schemas.openxmlformats.org/officeDocument/2006/relationships/image" Target="../media/image66.wmf"/><Relationship Id="rId3" Type="http://schemas.openxmlformats.org/officeDocument/2006/relationships/oleObject" Target="../embeddings/oleObject74.bin"/><Relationship Id="rId24" Type="http://schemas.openxmlformats.org/officeDocument/2006/relationships/vmlDrawing" Target="../drawings/vmlDrawing9.vml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72.wmf"/><Relationship Id="rId21" Type="http://schemas.openxmlformats.org/officeDocument/2006/relationships/oleObject" Target="../embeddings/oleObject85.bin"/><Relationship Id="rId20" Type="http://schemas.openxmlformats.org/officeDocument/2006/relationships/image" Target="../media/image71.wmf"/><Relationship Id="rId2" Type="http://schemas.openxmlformats.org/officeDocument/2006/relationships/image" Target="../media/image65.wmf"/><Relationship Id="rId19" Type="http://schemas.openxmlformats.org/officeDocument/2006/relationships/oleObject" Target="../embeddings/oleObject84.bin"/><Relationship Id="rId18" Type="http://schemas.openxmlformats.org/officeDocument/2006/relationships/oleObject" Target="../embeddings/oleObject83.bin"/><Relationship Id="rId17" Type="http://schemas.openxmlformats.org/officeDocument/2006/relationships/oleObject" Target="../embeddings/oleObject82.bin"/><Relationship Id="rId16" Type="http://schemas.openxmlformats.org/officeDocument/2006/relationships/image" Target="../media/image61.wmf"/><Relationship Id="rId15" Type="http://schemas.openxmlformats.org/officeDocument/2006/relationships/oleObject" Target="../embeddings/oleObject81.bin"/><Relationship Id="rId14" Type="http://schemas.openxmlformats.org/officeDocument/2006/relationships/image" Target="../media/image70.wmf"/><Relationship Id="rId13" Type="http://schemas.openxmlformats.org/officeDocument/2006/relationships/oleObject" Target="../embeddings/oleObject80.bin"/><Relationship Id="rId12" Type="http://schemas.openxmlformats.org/officeDocument/2006/relationships/image" Target="../media/image69.wmf"/><Relationship Id="rId11" Type="http://schemas.openxmlformats.org/officeDocument/2006/relationships/oleObject" Target="../embeddings/oleObject79.bin"/><Relationship Id="rId10" Type="http://schemas.openxmlformats.org/officeDocument/2006/relationships/oleObject" Target="../embeddings/oleObject78.bin"/><Relationship Id="rId1" Type="http://schemas.openxmlformats.org/officeDocument/2006/relationships/oleObject" Target="../embeddings/oleObject73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0.bin"/><Relationship Id="rId8" Type="http://schemas.openxmlformats.org/officeDocument/2006/relationships/image" Target="../media/image76.wmf"/><Relationship Id="rId7" Type="http://schemas.openxmlformats.org/officeDocument/2006/relationships/oleObject" Target="../embeddings/oleObject89.bin"/><Relationship Id="rId6" Type="http://schemas.openxmlformats.org/officeDocument/2006/relationships/image" Target="../media/image75.wmf"/><Relationship Id="rId5" Type="http://schemas.openxmlformats.org/officeDocument/2006/relationships/oleObject" Target="../embeddings/oleObject88.bin"/><Relationship Id="rId4" Type="http://schemas.openxmlformats.org/officeDocument/2006/relationships/image" Target="../media/image74.wmf"/><Relationship Id="rId3" Type="http://schemas.openxmlformats.org/officeDocument/2006/relationships/oleObject" Target="../embeddings/oleObject87.bin"/><Relationship Id="rId2" Type="http://schemas.openxmlformats.org/officeDocument/2006/relationships/image" Target="../media/image73.wmf"/><Relationship Id="rId16" Type="http://schemas.openxmlformats.org/officeDocument/2006/relationships/vmlDrawing" Target="../drawings/vmlDrawing10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79.emf"/><Relationship Id="rId13" Type="http://schemas.openxmlformats.org/officeDocument/2006/relationships/oleObject" Target="../embeddings/oleObject92.bin"/><Relationship Id="rId12" Type="http://schemas.openxmlformats.org/officeDocument/2006/relationships/image" Target="../media/image78.wmf"/><Relationship Id="rId11" Type="http://schemas.openxmlformats.org/officeDocument/2006/relationships/oleObject" Target="../embeddings/oleObject91.bin"/><Relationship Id="rId10" Type="http://schemas.openxmlformats.org/officeDocument/2006/relationships/image" Target="../media/image77.wmf"/><Relationship Id="rId1" Type="http://schemas.openxmlformats.org/officeDocument/2006/relationships/oleObject" Target="../embeddings/oleObject86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7.bin"/><Relationship Id="rId8" Type="http://schemas.openxmlformats.org/officeDocument/2006/relationships/image" Target="../media/image83.wmf"/><Relationship Id="rId7" Type="http://schemas.openxmlformats.org/officeDocument/2006/relationships/oleObject" Target="../embeddings/oleObject96.bin"/><Relationship Id="rId6" Type="http://schemas.openxmlformats.org/officeDocument/2006/relationships/image" Target="../media/image82.wmf"/><Relationship Id="rId5" Type="http://schemas.openxmlformats.org/officeDocument/2006/relationships/oleObject" Target="../embeddings/oleObject95.bin"/><Relationship Id="rId4" Type="http://schemas.openxmlformats.org/officeDocument/2006/relationships/image" Target="../media/image81.wmf"/><Relationship Id="rId38" Type="http://schemas.openxmlformats.org/officeDocument/2006/relationships/vmlDrawing" Target="../drawings/vmlDrawing11.vml"/><Relationship Id="rId37" Type="http://schemas.openxmlformats.org/officeDocument/2006/relationships/slideLayout" Target="../slideLayouts/slideLayout7.xml"/><Relationship Id="rId36" Type="http://schemas.openxmlformats.org/officeDocument/2006/relationships/image" Target="../media/image92.emf"/><Relationship Id="rId35" Type="http://schemas.openxmlformats.org/officeDocument/2006/relationships/oleObject" Target="../embeddings/oleObject110.bin"/><Relationship Id="rId34" Type="http://schemas.openxmlformats.org/officeDocument/2006/relationships/image" Target="../media/image91.wmf"/><Relationship Id="rId33" Type="http://schemas.openxmlformats.org/officeDocument/2006/relationships/oleObject" Target="../embeddings/oleObject109.bin"/><Relationship Id="rId32" Type="http://schemas.openxmlformats.org/officeDocument/2006/relationships/image" Target="../media/image90.emf"/><Relationship Id="rId31" Type="http://schemas.openxmlformats.org/officeDocument/2006/relationships/oleObject" Target="../embeddings/oleObject108.bin"/><Relationship Id="rId30" Type="http://schemas.openxmlformats.org/officeDocument/2006/relationships/image" Target="../media/image89.wmf"/><Relationship Id="rId3" Type="http://schemas.openxmlformats.org/officeDocument/2006/relationships/oleObject" Target="../embeddings/oleObject94.bin"/><Relationship Id="rId29" Type="http://schemas.openxmlformats.org/officeDocument/2006/relationships/oleObject" Target="../embeddings/oleObject107.bin"/><Relationship Id="rId28" Type="http://schemas.openxmlformats.org/officeDocument/2006/relationships/image" Target="../media/image88.wmf"/><Relationship Id="rId27" Type="http://schemas.openxmlformats.org/officeDocument/2006/relationships/oleObject" Target="../embeddings/oleObject106.bin"/><Relationship Id="rId26" Type="http://schemas.openxmlformats.org/officeDocument/2006/relationships/image" Target="../media/image77.wmf"/><Relationship Id="rId25" Type="http://schemas.openxmlformats.org/officeDocument/2006/relationships/oleObject" Target="../embeddings/oleObject105.bin"/><Relationship Id="rId24" Type="http://schemas.openxmlformats.org/officeDocument/2006/relationships/image" Target="../media/image76.wmf"/><Relationship Id="rId23" Type="http://schemas.openxmlformats.org/officeDocument/2006/relationships/oleObject" Target="../embeddings/oleObject104.bin"/><Relationship Id="rId22" Type="http://schemas.openxmlformats.org/officeDocument/2006/relationships/image" Target="../media/image75.wmf"/><Relationship Id="rId21" Type="http://schemas.openxmlformats.org/officeDocument/2006/relationships/oleObject" Target="../embeddings/oleObject103.bin"/><Relationship Id="rId20" Type="http://schemas.openxmlformats.org/officeDocument/2006/relationships/image" Target="../media/image74.wmf"/><Relationship Id="rId2" Type="http://schemas.openxmlformats.org/officeDocument/2006/relationships/image" Target="../media/image80.wmf"/><Relationship Id="rId19" Type="http://schemas.openxmlformats.org/officeDocument/2006/relationships/oleObject" Target="../embeddings/oleObject102.bin"/><Relationship Id="rId18" Type="http://schemas.openxmlformats.org/officeDocument/2006/relationships/image" Target="../media/image73.wmf"/><Relationship Id="rId17" Type="http://schemas.openxmlformats.org/officeDocument/2006/relationships/oleObject" Target="../embeddings/oleObject101.bin"/><Relationship Id="rId16" Type="http://schemas.openxmlformats.org/officeDocument/2006/relationships/image" Target="../media/image87.wmf"/><Relationship Id="rId15" Type="http://schemas.openxmlformats.org/officeDocument/2006/relationships/oleObject" Target="../embeddings/oleObject100.bin"/><Relationship Id="rId14" Type="http://schemas.openxmlformats.org/officeDocument/2006/relationships/image" Target="../media/image86.wmf"/><Relationship Id="rId13" Type="http://schemas.openxmlformats.org/officeDocument/2006/relationships/oleObject" Target="../embeddings/oleObject99.bin"/><Relationship Id="rId12" Type="http://schemas.openxmlformats.org/officeDocument/2006/relationships/image" Target="../media/image85.wmf"/><Relationship Id="rId11" Type="http://schemas.openxmlformats.org/officeDocument/2006/relationships/oleObject" Target="../embeddings/oleObject98.bin"/><Relationship Id="rId10" Type="http://schemas.openxmlformats.org/officeDocument/2006/relationships/image" Target="../media/image84.wmf"/><Relationship Id="rId1" Type="http://schemas.openxmlformats.org/officeDocument/2006/relationships/oleObject" Target="../embeddings/oleObject93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5.bin"/><Relationship Id="rId8" Type="http://schemas.openxmlformats.org/officeDocument/2006/relationships/image" Target="../media/image96.wmf"/><Relationship Id="rId7" Type="http://schemas.openxmlformats.org/officeDocument/2006/relationships/oleObject" Target="../embeddings/oleObject114.bin"/><Relationship Id="rId6" Type="http://schemas.openxmlformats.org/officeDocument/2006/relationships/image" Target="../media/image95.wmf"/><Relationship Id="rId5" Type="http://schemas.openxmlformats.org/officeDocument/2006/relationships/oleObject" Target="../embeddings/oleObject113.bin"/><Relationship Id="rId4" Type="http://schemas.openxmlformats.org/officeDocument/2006/relationships/image" Target="../media/image94.wmf"/><Relationship Id="rId32" Type="http://schemas.openxmlformats.org/officeDocument/2006/relationships/vmlDrawing" Target="../drawings/vmlDrawing12.vml"/><Relationship Id="rId31" Type="http://schemas.openxmlformats.org/officeDocument/2006/relationships/slideLayout" Target="../slideLayouts/slideLayout7.xml"/><Relationship Id="rId30" Type="http://schemas.openxmlformats.org/officeDocument/2006/relationships/image" Target="../media/image101.wmf"/><Relationship Id="rId3" Type="http://schemas.openxmlformats.org/officeDocument/2006/relationships/oleObject" Target="../embeddings/oleObject112.bin"/><Relationship Id="rId29" Type="http://schemas.openxmlformats.org/officeDocument/2006/relationships/oleObject" Target="../embeddings/oleObject125.bin"/><Relationship Id="rId28" Type="http://schemas.openxmlformats.org/officeDocument/2006/relationships/image" Target="../media/image100.emf"/><Relationship Id="rId27" Type="http://schemas.openxmlformats.org/officeDocument/2006/relationships/oleObject" Target="../embeddings/oleObject124.bin"/><Relationship Id="rId26" Type="http://schemas.openxmlformats.org/officeDocument/2006/relationships/image" Target="../media/image78.wmf"/><Relationship Id="rId25" Type="http://schemas.openxmlformats.org/officeDocument/2006/relationships/oleObject" Target="../embeddings/oleObject123.bin"/><Relationship Id="rId24" Type="http://schemas.openxmlformats.org/officeDocument/2006/relationships/image" Target="../media/image77.wmf"/><Relationship Id="rId23" Type="http://schemas.openxmlformats.org/officeDocument/2006/relationships/oleObject" Target="../embeddings/oleObject122.bin"/><Relationship Id="rId22" Type="http://schemas.openxmlformats.org/officeDocument/2006/relationships/image" Target="../media/image76.wmf"/><Relationship Id="rId21" Type="http://schemas.openxmlformats.org/officeDocument/2006/relationships/oleObject" Target="../embeddings/oleObject121.bin"/><Relationship Id="rId20" Type="http://schemas.openxmlformats.org/officeDocument/2006/relationships/image" Target="../media/image75.wmf"/><Relationship Id="rId2" Type="http://schemas.openxmlformats.org/officeDocument/2006/relationships/image" Target="../media/image93.wmf"/><Relationship Id="rId19" Type="http://schemas.openxmlformats.org/officeDocument/2006/relationships/oleObject" Target="../embeddings/oleObject120.bin"/><Relationship Id="rId18" Type="http://schemas.openxmlformats.org/officeDocument/2006/relationships/image" Target="../media/image74.wmf"/><Relationship Id="rId17" Type="http://schemas.openxmlformats.org/officeDocument/2006/relationships/oleObject" Target="../embeddings/oleObject119.bin"/><Relationship Id="rId16" Type="http://schemas.openxmlformats.org/officeDocument/2006/relationships/image" Target="../media/image73.wmf"/><Relationship Id="rId15" Type="http://schemas.openxmlformats.org/officeDocument/2006/relationships/oleObject" Target="../embeddings/oleObject118.bin"/><Relationship Id="rId14" Type="http://schemas.openxmlformats.org/officeDocument/2006/relationships/image" Target="../media/image99.wmf"/><Relationship Id="rId13" Type="http://schemas.openxmlformats.org/officeDocument/2006/relationships/oleObject" Target="../embeddings/oleObject117.bin"/><Relationship Id="rId12" Type="http://schemas.openxmlformats.org/officeDocument/2006/relationships/image" Target="../media/image98.wmf"/><Relationship Id="rId11" Type="http://schemas.openxmlformats.org/officeDocument/2006/relationships/oleObject" Target="../embeddings/oleObject116.bin"/><Relationship Id="rId10" Type="http://schemas.openxmlformats.org/officeDocument/2006/relationships/image" Target="../media/image97.wmf"/><Relationship Id="rId1" Type="http://schemas.openxmlformats.org/officeDocument/2006/relationships/oleObject" Target="../embeddings/oleObject111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0.bin"/><Relationship Id="rId8" Type="http://schemas.openxmlformats.org/officeDocument/2006/relationships/image" Target="../media/image76.wmf"/><Relationship Id="rId7" Type="http://schemas.openxmlformats.org/officeDocument/2006/relationships/oleObject" Target="../embeddings/oleObject129.bin"/><Relationship Id="rId6" Type="http://schemas.openxmlformats.org/officeDocument/2006/relationships/image" Target="../media/image75.wmf"/><Relationship Id="rId5" Type="http://schemas.openxmlformats.org/officeDocument/2006/relationships/oleObject" Target="../embeddings/oleObject128.bin"/><Relationship Id="rId4" Type="http://schemas.openxmlformats.org/officeDocument/2006/relationships/image" Target="../media/image74.wmf"/><Relationship Id="rId3" Type="http://schemas.openxmlformats.org/officeDocument/2006/relationships/oleObject" Target="../embeddings/oleObject127.bin"/><Relationship Id="rId2" Type="http://schemas.openxmlformats.org/officeDocument/2006/relationships/image" Target="../media/image73.wmf"/><Relationship Id="rId16" Type="http://schemas.openxmlformats.org/officeDocument/2006/relationships/vmlDrawing" Target="../drawings/vmlDrawing13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02.emf"/><Relationship Id="rId13" Type="http://schemas.openxmlformats.org/officeDocument/2006/relationships/oleObject" Target="../embeddings/oleObject132.bin"/><Relationship Id="rId12" Type="http://schemas.openxmlformats.org/officeDocument/2006/relationships/image" Target="../media/image78.wmf"/><Relationship Id="rId11" Type="http://schemas.openxmlformats.org/officeDocument/2006/relationships/oleObject" Target="../embeddings/oleObject131.bin"/><Relationship Id="rId10" Type="http://schemas.openxmlformats.org/officeDocument/2006/relationships/image" Target="../media/image77.wmf"/><Relationship Id="rId1" Type="http://schemas.openxmlformats.org/officeDocument/2006/relationships/oleObject" Target="../embeddings/oleObject126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7.bin"/><Relationship Id="rId8" Type="http://schemas.openxmlformats.org/officeDocument/2006/relationships/image" Target="../media/image106.wmf"/><Relationship Id="rId7" Type="http://schemas.openxmlformats.org/officeDocument/2006/relationships/oleObject" Target="../embeddings/oleObject136.bin"/><Relationship Id="rId6" Type="http://schemas.openxmlformats.org/officeDocument/2006/relationships/image" Target="../media/image105.wmf"/><Relationship Id="rId5" Type="http://schemas.openxmlformats.org/officeDocument/2006/relationships/oleObject" Target="../embeddings/oleObject135.bin"/><Relationship Id="rId4" Type="http://schemas.openxmlformats.org/officeDocument/2006/relationships/image" Target="../media/image104.wmf"/><Relationship Id="rId3" Type="http://schemas.openxmlformats.org/officeDocument/2006/relationships/oleObject" Target="../embeddings/oleObject134.bin"/><Relationship Id="rId24" Type="http://schemas.openxmlformats.org/officeDocument/2006/relationships/vmlDrawing" Target="../drawings/vmlDrawing14.vml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107.wmf"/><Relationship Id="rId21" Type="http://schemas.openxmlformats.org/officeDocument/2006/relationships/oleObject" Target="../embeddings/oleObject143.bin"/><Relationship Id="rId20" Type="http://schemas.openxmlformats.org/officeDocument/2006/relationships/image" Target="../media/image78.wmf"/><Relationship Id="rId2" Type="http://schemas.openxmlformats.org/officeDocument/2006/relationships/image" Target="../media/image103.wmf"/><Relationship Id="rId19" Type="http://schemas.openxmlformats.org/officeDocument/2006/relationships/oleObject" Target="../embeddings/oleObject142.bin"/><Relationship Id="rId18" Type="http://schemas.openxmlformats.org/officeDocument/2006/relationships/image" Target="../media/image77.wmf"/><Relationship Id="rId17" Type="http://schemas.openxmlformats.org/officeDocument/2006/relationships/oleObject" Target="../embeddings/oleObject141.bin"/><Relationship Id="rId16" Type="http://schemas.openxmlformats.org/officeDocument/2006/relationships/image" Target="../media/image76.wmf"/><Relationship Id="rId15" Type="http://schemas.openxmlformats.org/officeDocument/2006/relationships/oleObject" Target="../embeddings/oleObject140.bin"/><Relationship Id="rId14" Type="http://schemas.openxmlformats.org/officeDocument/2006/relationships/image" Target="../media/image75.wmf"/><Relationship Id="rId13" Type="http://schemas.openxmlformats.org/officeDocument/2006/relationships/oleObject" Target="../embeddings/oleObject139.bin"/><Relationship Id="rId12" Type="http://schemas.openxmlformats.org/officeDocument/2006/relationships/image" Target="../media/image74.wmf"/><Relationship Id="rId11" Type="http://schemas.openxmlformats.org/officeDocument/2006/relationships/oleObject" Target="../embeddings/oleObject138.bin"/><Relationship Id="rId10" Type="http://schemas.openxmlformats.org/officeDocument/2006/relationships/image" Target="../media/image73.wmf"/><Relationship Id="rId1" Type="http://schemas.openxmlformats.org/officeDocument/2006/relationships/oleObject" Target="../embeddings/oleObject133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8.bin"/><Relationship Id="rId8" Type="http://schemas.openxmlformats.org/officeDocument/2006/relationships/image" Target="../media/image73.wmf"/><Relationship Id="rId7" Type="http://schemas.openxmlformats.org/officeDocument/2006/relationships/oleObject" Target="../embeddings/oleObject147.bin"/><Relationship Id="rId6" Type="http://schemas.openxmlformats.org/officeDocument/2006/relationships/image" Target="../media/image110.wmf"/><Relationship Id="rId5" Type="http://schemas.openxmlformats.org/officeDocument/2006/relationships/oleObject" Target="../embeddings/oleObject146.bin"/><Relationship Id="rId4" Type="http://schemas.openxmlformats.org/officeDocument/2006/relationships/image" Target="../media/image109.wmf"/><Relationship Id="rId30" Type="http://schemas.openxmlformats.org/officeDocument/2006/relationships/vmlDrawing" Target="../drawings/vmlDrawing15.vml"/><Relationship Id="rId3" Type="http://schemas.openxmlformats.org/officeDocument/2006/relationships/oleObject" Target="../embeddings/oleObject145.bin"/><Relationship Id="rId29" Type="http://schemas.openxmlformats.org/officeDocument/2006/relationships/slideLayout" Target="../slideLayouts/slideLayout7.xml"/><Relationship Id="rId28" Type="http://schemas.openxmlformats.org/officeDocument/2006/relationships/image" Target="../media/image115.emf"/><Relationship Id="rId27" Type="http://schemas.openxmlformats.org/officeDocument/2006/relationships/oleObject" Target="../embeddings/oleObject157.bin"/><Relationship Id="rId26" Type="http://schemas.openxmlformats.org/officeDocument/2006/relationships/image" Target="../media/image114.emf"/><Relationship Id="rId25" Type="http://schemas.openxmlformats.org/officeDocument/2006/relationships/oleObject" Target="../embeddings/oleObject156.bin"/><Relationship Id="rId24" Type="http://schemas.openxmlformats.org/officeDocument/2006/relationships/image" Target="../media/image113.wmf"/><Relationship Id="rId23" Type="http://schemas.openxmlformats.org/officeDocument/2006/relationships/oleObject" Target="../embeddings/oleObject155.bin"/><Relationship Id="rId22" Type="http://schemas.openxmlformats.org/officeDocument/2006/relationships/image" Target="../media/image112.emf"/><Relationship Id="rId21" Type="http://schemas.openxmlformats.org/officeDocument/2006/relationships/oleObject" Target="../embeddings/oleObject154.bin"/><Relationship Id="rId20" Type="http://schemas.openxmlformats.org/officeDocument/2006/relationships/image" Target="../media/image111.emf"/><Relationship Id="rId2" Type="http://schemas.openxmlformats.org/officeDocument/2006/relationships/image" Target="../media/image108.wmf"/><Relationship Id="rId19" Type="http://schemas.openxmlformats.org/officeDocument/2006/relationships/oleObject" Target="../embeddings/oleObject153.bin"/><Relationship Id="rId18" Type="http://schemas.openxmlformats.org/officeDocument/2006/relationships/image" Target="../media/image78.wmf"/><Relationship Id="rId17" Type="http://schemas.openxmlformats.org/officeDocument/2006/relationships/oleObject" Target="../embeddings/oleObject152.bin"/><Relationship Id="rId16" Type="http://schemas.openxmlformats.org/officeDocument/2006/relationships/image" Target="../media/image77.wmf"/><Relationship Id="rId15" Type="http://schemas.openxmlformats.org/officeDocument/2006/relationships/oleObject" Target="../embeddings/oleObject151.bin"/><Relationship Id="rId14" Type="http://schemas.openxmlformats.org/officeDocument/2006/relationships/image" Target="../media/image76.wmf"/><Relationship Id="rId13" Type="http://schemas.openxmlformats.org/officeDocument/2006/relationships/oleObject" Target="../embeddings/oleObject150.bin"/><Relationship Id="rId12" Type="http://schemas.openxmlformats.org/officeDocument/2006/relationships/image" Target="../media/image75.wmf"/><Relationship Id="rId11" Type="http://schemas.openxmlformats.org/officeDocument/2006/relationships/oleObject" Target="../embeddings/oleObject149.bin"/><Relationship Id="rId10" Type="http://schemas.openxmlformats.org/officeDocument/2006/relationships/image" Target="../media/image74.wmf"/><Relationship Id="rId1" Type="http://schemas.openxmlformats.org/officeDocument/2006/relationships/oleObject" Target="../embeddings/oleObject144.bin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hyperlink" Target="9-5%20&#31616;&#35856;&#25391;&#21160;&#30340;&#21512;&#25104;.ppt" TargetMode="External"/><Relationship Id="rId5" Type="http://schemas.openxmlformats.org/officeDocument/2006/relationships/hyperlink" Target="9-4%20&#31616;&#35856;&#25391;&#21160;&#33021;&#37327;.ppt" TargetMode="External"/><Relationship Id="rId4" Type="http://schemas.openxmlformats.org/officeDocument/2006/relationships/hyperlink" Target="9-3%20&#21333;&#25670;&#21644;&#22797;&#25670;.ppt" TargetMode="External"/><Relationship Id="rId3" Type="http://schemas.openxmlformats.org/officeDocument/2006/relationships/hyperlink" Target="9-2%20&#26059;&#36716;&#30690;&#37327;.ppt" TargetMode="External"/><Relationship Id="rId2" Type="http://schemas.openxmlformats.org/officeDocument/2006/relationships/hyperlink" Target="9-1%20&#31616;&#35856;&#25391;&#21160;%20&#25391;&#24133;%20&#21608;&#26399;&#21644;&#39057;&#29575;%20&#30456;&#20301;.ppt" TargetMode="External"/><Relationship Id="rId1" Type="http://schemas.openxmlformats.org/officeDocument/2006/relationships/hyperlink" Target="9-0%20&#25945;&#23398;&#22522;&#26412;&#35201;&#27714;.ppt" TargetMode="Externa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hyperlink" Target="9-8%20&#31616;&#36848;&#38750;&#32447;&#24615;&#31995;&#32479;.ppt" TargetMode="External"/><Relationship Id="rId2" Type="http://schemas.openxmlformats.org/officeDocument/2006/relationships/hyperlink" Target="9-6%20&#38459;&#23612;&#25391;&#21160;%20&#21463;&#36843;&#25391;&#21160;%20&#20849;&#25391;.ppt" TargetMode="External"/><Relationship Id="rId1" Type="http://schemas.openxmlformats.org/officeDocument/2006/relationships/hyperlink" Target="9-7%20&#30005;&#30913;&#25391;&#33633;.pp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074" name="Group 104"/>
          <p:cNvGrpSpPr/>
          <p:nvPr/>
        </p:nvGrpSpPr>
        <p:grpSpPr>
          <a:xfrm>
            <a:off x="395288" y="1628775"/>
            <a:ext cx="4608512" cy="4038600"/>
            <a:chOff x="385" y="1008"/>
            <a:chExt cx="2903" cy="2544"/>
          </a:xfrm>
        </p:grpSpPr>
        <p:sp>
          <p:nvSpPr>
            <p:cNvPr id="3081" name="Rectangle 43"/>
            <p:cNvSpPr/>
            <p:nvPr/>
          </p:nvSpPr>
          <p:spPr>
            <a:xfrm>
              <a:off x="385" y="1008"/>
              <a:ext cx="2903" cy="254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082" name="Object 27"/>
            <p:cNvGraphicFramePr>
              <a:graphicFrameLocks noChangeAspect="1"/>
            </p:cNvGraphicFramePr>
            <p:nvPr/>
          </p:nvGraphicFramePr>
          <p:xfrm>
            <a:off x="3044" y="2382"/>
            <a:ext cx="168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1" imgW="139700" imgH="152400" progId="Equation.3">
                    <p:embed/>
                  </p:oleObj>
                </mc:Choice>
                <mc:Fallback>
                  <p:oleObj name="" r:id="rId1" imgW="139700" imgH="152400" progId="Equation.3">
                    <p:embed/>
                    <p:pic>
                      <p:nvPicPr>
                        <p:cNvPr id="0" name="图片 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044" y="2382"/>
                          <a:ext cx="168" cy="1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83" name="Object 30"/>
            <p:cNvGraphicFramePr>
              <a:graphicFrameLocks noChangeAspect="1"/>
            </p:cNvGraphicFramePr>
            <p:nvPr/>
          </p:nvGraphicFramePr>
          <p:xfrm>
            <a:off x="1470" y="2333"/>
            <a:ext cx="290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3" imgW="165100" imgH="190500" progId="Equation.3">
                    <p:embed/>
                  </p:oleObj>
                </mc:Choice>
                <mc:Fallback>
                  <p:oleObj name="" r:id="rId3" imgW="165100" imgH="190500" progId="Equation.3">
                    <p:embed/>
                    <p:pic>
                      <p:nvPicPr>
                        <p:cNvPr id="0" name="图片 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70" y="2333"/>
                          <a:ext cx="290" cy="3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4" name="Line 42"/>
            <p:cNvSpPr/>
            <p:nvPr/>
          </p:nvSpPr>
          <p:spPr>
            <a:xfrm flipV="1">
              <a:off x="1754" y="1185"/>
              <a:ext cx="0" cy="2261"/>
            </a:xfrm>
            <a:prstGeom prst="line">
              <a:avLst/>
            </a:prstGeom>
            <a:ln w="28575" cap="flat" cmpd="sng">
              <a:solidFill>
                <a:srgbClr val="9900CC"/>
              </a:solidFill>
              <a:prstDash val="dash"/>
              <a:headEnd type="none" w="sm" len="lg"/>
              <a:tailEnd type="none" w="sm" len="lg"/>
            </a:ln>
          </p:spPr>
        </p:sp>
        <p:sp>
          <p:nvSpPr>
            <p:cNvPr id="3085" name="Oval 4"/>
            <p:cNvSpPr/>
            <p:nvPr/>
          </p:nvSpPr>
          <p:spPr>
            <a:xfrm>
              <a:off x="637" y="1185"/>
              <a:ext cx="2234" cy="2261"/>
            </a:xfrm>
            <a:prstGeom prst="ellipse">
              <a:avLst/>
            </a:prstGeom>
            <a:noFill/>
            <a:ln w="28575" cap="flat" cmpd="sng">
              <a:solidFill>
                <a:srgbClr val="0000FF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086" name="Line 15"/>
            <p:cNvSpPr/>
            <p:nvPr/>
          </p:nvSpPr>
          <p:spPr>
            <a:xfrm>
              <a:off x="2782" y="1931"/>
              <a:ext cx="0" cy="425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dash"/>
              <a:headEnd type="none" w="sm" len="lg"/>
              <a:tailEnd type="none" w="sm" len="lg"/>
            </a:ln>
          </p:spPr>
        </p:sp>
        <p:grpSp>
          <p:nvGrpSpPr>
            <p:cNvPr id="3087" name="Group 49"/>
            <p:cNvGrpSpPr/>
            <p:nvPr/>
          </p:nvGrpSpPr>
          <p:grpSpPr>
            <a:xfrm>
              <a:off x="2205" y="2163"/>
              <a:ext cx="239" cy="205"/>
              <a:chOff x="2736" y="2064"/>
              <a:chExt cx="329" cy="278"/>
            </a:xfrm>
          </p:grpSpPr>
          <p:sp>
            <p:nvSpPr>
              <p:cNvPr id="3098" name="Arc 17"/>
              <p:cNvSpPr/>
              <p:nvPr/>
            </p:nvSpPr>
            <p:spPr>
              <a:xfrm>
                <a:off x="2736" y="2064"/>
                <a:ext cx="48" cy="25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1600" h="21600" fill="none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CC00CC">
                    <a:alpha val="100000"/>
                  </a:srgbClr>
                </a:solidFill>
                <a:prstDash val="solid"/>
                <a:round/>
                <a:headEnd type="none" w="sm" len="lg"/>
                <a:tailEnd type="none" w="sm" len="lg"/>
              </a:ln>
            </p:spPr>
            <p:txBody>
              <a:bodyPr/>
              <a:p>
                <a:endParaRPr lang="zh-CN" altLang="en-US"/>
              </a:p>
            </p:txBody>
          </p:sp>
          <p:graphicFrame>
            <p:nvGraphicFramePr>
              <p:cNvPr id="3099" name="Object 18"/>
              <p:cNvGraphicFramePr>
                <a:graphicFrameLocks noChangeAspect="1"/>
              </p:cNvGraphicFramePr>
              <p:nvPr/>
            </p:nvGraphicFramePr>
            <p:xfrm>
              <a:off x="2832" y="2064"/>
              <a:ext cx="233" cy="2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" name="" r:id="rId5" imgW="203200" imgH="241300" progId="Equation.3">
                      <p:embed/>
                    </p:oleObj>
                  </mc:Choice>
                  <mc:Fallback>
                    <p:oleObj name="" r:id="rId5" imgW="203200" imgH="241300" progId="Equation.3">
                      <p:embed/>
                      <p:pic>
                        <p:nvPicPr>
                          <p:cNvPr id="0" name="图片 7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832" y="2064"/>
                            <a:ext cx="233" cy="27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088" name="Arc 19"/>
            <p:cNvSpPr/>
            <p:nvPr/>
          </p:nvSpPr>
          <p:spPr>
            <a:xfrm>
              <a:off x="2517" y="1253"/>
              <a:ext cx="363" cy="36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0324" h="21162" fill="none">
                  <a:moveTo>
                    <a:pt x="4329" y="0"/>
                  </a:moveTo>
                  <a:cubicBezTo>
                    <a:pt x="11711" y="1510"/>
                    <a:pt x="17772" y="6758"/>
                    <a:pt x="20323" y="13847"/>
                  </a:cubicBezTo>
                </a:path>
                <a:path w="20324" h="21162" stroke="0">
                  <a:moveTo>
                    <a:pt x="4329" y="0"/>
                  </a:moveTo>
                  <a:cubicBezTo>
                    <a:pt x="11711" y="1510"/>
                    <a:pt x="17772" y="6758"/>
                    <a:pt x="20323" y="13847"/>
                  </a:cubicBezTo>
                  <a:lnTo>
                    <a:pt x="0" y="21162"/>
                  </a:lnTo>
                  <a:lnTo>
                    <a:pt x="4329" y="0"/>
                  </a:lnTo>
                  <a:close/>
                </a:path>
              </a:pathLst>
            </a:custGeom>
            <a:noFill/>
            <a:ln w="38100" cap="flat" cmpd="sng">
              <a:solidFill>
                <a:srgbClr val="FF6600">
                  <a:alpha val="100000"/>
                </a:srgbClr>
              </a:solidFill>
              <a:prstDash val="solid"/>
              <a:round/>
              <a:headEnd type="triangle" w="sm" len="lg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3089" name="Object 20"/>
            <p:cNvGraphicFramePr>
              <a:graphicFrameLocks noChangeAspect="1"/>
            </p:cNvGraphicFramePr>
            <p:nvPr/>
          </p:nvGraphicFramePr>
          <p:xfrm>
            <a:off x="2372" y="1185"/>
            <a:ext cx="225" cy="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" name="" r:id="rId7" imgW="177800" imgH="152400" progId="Equation.3">
                    <p:embed/>
                  </p:oleObj>
                </mc:Choice>
                <mc:Fallback>
                  <p:oleObj name="" r:id="rId7" imgW="177800" imgH="152400" progId="Equation.3">
                    <p:embed/>
                    <p:pic>
                      <p:nvPicPr>
                        <p:cNvPr id="0" name="图片 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372" y="1185"/>
                          <a:ext cx="225" cy="16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90" name="Line 7"/>
            <p:cNvSpPr/>
            <p:nvPr/>
          </p:nvSpPr>
          <p:spPr>
            <a:xfrm flipV="1">
              <a:off x="1754" y="1928"/>
              <a:ext cx="1013" cy="424"/>
            </a:xfrm>
            <a:prstGeom prst="line">
              <a:avLst/>
            </a:prstGeom>
            <a:ln w="38100" cap="flat" cmpd="sng">
              <a:solidFill>
                <a:srgbClr val="F01A04"/>
              </a:solidFill>
              <a:prstDash val="solid"/>
              <a:headEnd type="none" w="sm" len="lg"/>
              <a:tailEnd type="triangle" w="sm" len="lg"/>
            </a:ln>
          </p:spPr>
        </p:sp>
        <p:graphicFrame>
          <p:nvGraphicFramePr>
            <p:cNvPr id="3091" name="Object 33"/>
            <p:cNvGraphicFramePr>
              <a:graphicFrameLocks noChangeAspect="1"/>
            </p:cNvGraphicFramePr>
            <p:nvPr/>
          </p:nvGraphicFramePr>
          <p:xfrm>
            <a:off x="2860" y="1673"/>
            <a:ext cx="252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9" imgW="130810" imgH="169545" progId="Equation.3">
                    <p:embed/>
                  </p:oleObj>
                </mc:Choice>
                <mc:Fallback>
                  <p:oleObj name="" r:id="rId9" imgW="130810" imgH="169545" progId="Equation.3">
                    <p:embed/>
                    <p:pic>
                      <p:nvPicPr>
                        <p:cNvPr id="0" name="图片 6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860" y="1673"/>
                          <a:ext cx="252" cy="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92" name="Object 22"/>
            <p:cNvGraphicFramePr>
              <a:graphicFrameLocks noChangeAspect="1"/>
            </p:cNvGraphicFramePr>
            <p:nvPr/>
          </p:nvGraphicFramePr>
          <p:xfrm>
            <a:off x="1161" y="2704"/>
            <a:ext cx="1272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" name="" r:id="rId11" imgW="1485900" imgH="381000" progId="Equation.DSMT4">
                    <p:embed/>
                  </p:oleObj>
                </mc:Choice>
                <mc:Fallback>
                  <p:oleObj name="" r:id="rId11" imgW="1485900" imgH="381000" progId="Equation.DSMT4">
                    <p:embed/>
                    <p:pic>
                      <p:nvPicPr>
                        <p:cNvPr id="0" name="图片 9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161" y="2704"/>
                          <a:ext cx="1272" cy="323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66FF66"/>
                            </a:gs>
                            <a:gs pos="50000">
                              <a:srgbClr val="FFFFFF"/>
                            </a:gs>
                            <a:gs pos="100000">
                              <a:srgbClr val="66FF66"/>
                            </a:gs>
                          </a:gsLst>
                          <a:lin ang="5400000" scaled="1"/>
                          <a:tileRect/>
                        </a:gradFill>
                        <a:ln w="9525" cap="flat" cmpd="sng">
                          <a:solidFill>
                            <a:srgbClr val="006600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93" name="Text Box 56"/>
            <p:cNvSpPr txBox="1"/>
            <p:nvPr/>
          </p:nvSpPr>
          <p:spPr>
            <a:xfrm>
              <a:off x="733" y="1881"/>
              <a:ext cx="127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         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094" name="Line 91"/>
            <p:cNvSpPr/>
            <p:nvPr/>
          </p:nvSpPr>
          <p:spPr>
            <a:xfrm>
              <a:off x="397" y="2363"/>
              <a:ext cx="2862" cy="0"/>
            </a:xfrm>
            <a:prstGeom prst="line">
              <a:avLst/>
            </a:prstGeom>
            <a:ln w="28575" cap="flat" cmpd="sng">
              <a:solidFill>
                <a:srgbClr val="9900CC"/>
              </a:solidFill>
              <a:prstDash val="solid"/>
              <a:headEnd type="none" w="sm" len="lg"/>
              <a:tailEnd type="triangle" w="sm" len="lg"/>
            </a:ln>
          </p:spPr>
        </p:sp>
        <p:graphicFrame>
          <p:nvGraphicFramePr>
            <p:cNvPr id="3095" name="Object 23"/>
            <p:cNvGraphicFramePr>
              <a:graphicFrameLocks noChangeAspect="1"/>
            </p:cNvGraphicFramePr>
            <p:nvPr/>
          </p:nvGraphicFramePr>
          <p:xfrm>
            <a:off x="982" y="1920"/>
            <a:ext cx="567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" name="" r:id="rId13" imgW="495300" imgH="241300" progId="Equation.3">
                    <p:embed/>
                  </p:oleObj>
                </mc:Choice>
                <mc:Fallback>
                  <p:oleObj name="" r:id="rId13" imgW="495300" imgH="241300" progId="Equation.3">
                    <p:embed/>
                    <p:pic>
                      <p:nvPicPr>
                        <p:cNvPr id="0" name="图片 10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982" y="1920"/>
                          <a:ext cx="567" cy="2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96" name="Object 55"/>
            <p:cNvGraphicFramePr>
              <a:graphicFrameLocks noChangeAspect="1"/>
            </p:cNvGraphicFramePr>
            <p:nvPr/>
          </p:nvGraphicFramePr>
          <p:xfrm>
            <a:off x="2597" y="2304"/>
            <a:ext cx="233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" name="" r:id="rId15" imgW="190500" imgH="254000" progId="Equation.3">
                    <p:embed/>
                  </p:oleObj>
                </mc:Choice>
                <mc:Fallback>
                  <p:oleObj name="" r:id="rId15" imgW="190500" imgH="254000" progId="Equation.3">
                    <p:embed/>
                    <p:pic>
                      <p:nvPicPr>
                        <p:cNvPr id="0" name="图片 11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597" y="2304"/>
                          <a:ext cx="233" cy="3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97" name="Oval 16"/>
            <p:cNvSpPr/>
            <p:nvPr/>
          </p:nvSpPr>
          <p:spPr>
            <a:xfrm>
              <a:off x="2721" y="2301"/>
              <a:ext cx="104" cy="10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8F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075" name="Text Box 95"/>
          <p:cNvSpPr txBox="1"/>
          <p:nvPr/>
        </p:nvSpPr>
        <p:spPr>
          <a:xfrm>
            <a:off x="1143000" y="809625"/>
            <a:ext cx="2971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600" dirty="0">
                <a:solidFill>
                  <a:srgbClr val="CC0000"/>
                </a:solidFill>
                <a:latin typeface="Times New Roman" panose="02020603050405020304" pitchFamily="18" charset="0"/>
              </a:rPr>
              <a:t>旋转矢量</a:t>
            </a:r>
            <a:endParaRPr lang="zh-CN" altLang="en-US" sz="3600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076" name="Group 108"/>
          <p:cNvGrpSpPr/>
          <p:nvPr/>
        </p:nvGrpSpPr>
        <p:grpSpPr>
          <a:xfrm>
            <a:off x="5292725" y="981075"/>
            <a:ext cx="3671888" cy="4975225"/>
            <a:chOff x="3334" y="763"/>
            <a:chExt cx="2313" cy="3134"/>
          </a:xfrm>
        </p:grpSpPr>
        <p:sp>
          <p:nvSpPr>
            <p:cNvPr id="3077" name="Text Box 99"/>
            <p:cNvSpPr txBox="1"/>
            <p:nvPr/>
          </p:nvSpPr>
          <p:spPr>
            <a:xfrm>
              <a:off x="3334" y="763"/>
              <a:ext cx="2313" cy="3134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folHlink"/>
                </a:gs>
              </a:gsLst>
              <a:lin ang="0" scaled="1"/>
              <a:tileRect/>
            </a:gradFill>
            <a:ln w="9525" cap="flat" cmpd="sng">
              <a:solidFill>
                <a:srgbClr val="CC00FF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 sz="3200" dirty="0">
                  <a:latin typeface="宋体" panose="02010600030101010101" pitchFamily="2" charset="-122"/>
                </a:rPr>
                <a:t>   自</a:t>
              </a:r>
              <a:r>
                <a:rPr lang="en-US" altLang="zh-CN" i="1" dirty="0">
                  <a:latin typeface="Times New Roman" panose="02020603050405020304" pitchFamily="18" charset="0"/>
                </a:rPr>
                <a:t>Ox</a:t>
              </a:r>
              <a:r>
                <a:rPr lang="zh-CN" altLang="en-US" sz="3200" dirty="0">
                  <a:latin typeface="宋体" panose="02010600030101010101" pitchFamily="2" charset="-122"/>
                </a:rPr>
                <a:t>轴的原点</a:t>
              </a:r>
              <a:r>
                <a:rPr lang="en-US" altLang="zh-CN" i="1" dirty="0">
                  <a:latin typeface="Times New Roman" panose="02020603050405020304" pitchFamily="18" charset="0"/>
                </a:rPr>
                <a:t>O</a:t>
              </a:r>
              <a:r>
                <a:rPr lang="zh-CN" altLang="en-US" sz="3200" dirty="0">
                  <a:latin typeface="宋体" panose="02010600030101010101" pitchFamily="2" charset="-122"/>
                </a:rPr>
                <a:t>作一矢量  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，</a:t>
              </a:r>
              <a:r>
                <a:rPr lang="zh-CN" altLang="en-US" sz="3200" dirty="0">
                  <a:latin typeface="宋体" panose="02010600030101010101" pitchFamily="2" charset="-122"/>
                </a:rPr>
                <a:t>使它的模等于振动的振幅</a:t>
              </a:r>
              <a:r>
                <a:rPr lang="en-US" altLang="zh-CN" sz="3200" b="0" i="1" dirty="0">
                  <a:latin typeface="Times New Roman" panose="02020603050405020304" pitchFamily="18" charset="0"/>
                </a:rPr>
                <a:t>A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，</a:t>
              </a:r>
              <a:r>
                <a:rPr lang="zh-CN" altLang="en-US" sz="3200" dirty="0">
                  <a:latin typeface="宋体" panose="02010600030101010101" pitchFamily="2" charset="-122"/>
                </a:rPr>
                <a:t>并使矢量          在</a:t>
              </a:r>
              <a:r>
                <a:rPr lang="en-US" altLang="zh-CN" i="1" dirty="0">
                  <a:latin typeface="Times New Roman" panose="02020603050405020304" pitchFamily="18" charset="0"/>
                </a:rPr>
                <a:t>Oxy</a:t>
              </a:r>
              <a:r>
                <a:rPr lang="zh-CN" altLang="en-US" sz="3200" dirty="0">
                  <a:latin typeface="宋体" panose="02010600030101010101" pitchFamily="2" charset="-122"/>
                </a:rPr>
                <a:t>平面内绕点</a:t>
              </a:r>
              <a:r>
                <a:rPr lang="en-US" altLang="zh-CN" i="1" dirty="0">
                  <a:latin typeface="Times New Roman" panose="02020603050405020304" pitchFamily="18" charset="0"/>
                </a:rPr>
                <a:t>O</a:t>
              </a:r>
              <a:r>
                <a:rPr lang="zh-CN" altLang="en-US" sz="3200" dirty="0">
                  <a:latin typeface="宋体" panose="02010600030101010101" pitchFamily="2" charset="-122"/>
                </a:rPr>
                <a:t>作</a:t>
              </a:r>
              <a:r>
                <a:rPr lang="zh-CN" altLang="en-US" sz="3200" dirty="0">
                  <a:solidFill>
                    <a:srgbClr val="CC0000"/>
                  </a:solidFill>
                  <a:latin typeface="宋体" panose="02010600030101010101" pitchFamily="2" charset="-122"/>
                </a:rPr>
                <a:t>逆时针</a:t>
              </a:r>
              <a:r>
                <a:rPr lang="zh-CN" altLang="en-US" sz="3200" dirty="0">
                  <a:latin typeface="宋体" panose="02010600030101010101" pitchFamily="2" charset="-122"/>
                </a:rPr>
                <a:t>方向的匀角速转动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，</a:t>
              </a:r>
              <a:r>
                <a:rPr lang="zh-CN" altLang="en-US" sz="3200" dirty="0">
                  <a:latin typeface="宋体" panose="02010600030101010101" pitchFamily="2" charset="-122"/>
                </a:rPr>
                <a:t>其角速度  与振动频率相等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，</a:t>
              </a:r>
              <a:r>
                <a:rPr lang="zh-CN" altLang="en-US" sz="3200" dirty="0">
                  <a:latin typeface="宋体" panose="02010600030101010101" pitchFamily="2" charset="-122"/>
                </a:rPr>
                <a:t>这个矢量就叫做</a:t>
              </a:r>
              <a:r>
                <a:rPr lang="zh-CN" altLang="en-US" sz="3200" dirty="0">
                  <a:solidFill>
                    <a:srgbClr val="CC0000"/>
                  </a:solidFill>
                  <a:latin typeface="宋体" panose="02010600030101010101" pitchFamily="2" charset="-122"/>
                </a:rPr>
                <a:t>旋转矢量</a:t>
              </a:r>
              <a:r>
                <a:rPr lang="zh-CN" altLang="en-US" sz="3200" dirty="0">
                  <a:latin typeface="Times New Roman" panose="02020603050405020304" pitchFamily="18" charset="0"/>
                </a:rPr>
                <a:t>. </a:t>
              </a:r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078" name="Object 100"/>
            <p:cNvGraphicFramePr>
              <a:graphicFrameLocks noChangeAspect="1"/>
            </p:cNvGraphicFramePr>
            <p:nvPr/>
          </p:nvGraphicFramePr>
          <p:xfrm>
            <a:off x="4390" y="1080"/>
            <a:ext cx="304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17" imgW="169545" imgH="208915" progId="Equation.3">
                    <p:embed/>
                  </p:oleObj>
                </mc:Choice>
                <mc:Fallback>
                  <p:oleObj name="" r:id="rId17" imgW="169545" imgH="208915" progId="Equation.3">
                    <p:embed/>
                    <p:pic>
                      <p:nvPicPr>
                        <p:cNvPr id="0" name="图片 3"/>
                        <p:cNvPicPr/>
                        <p:nvPr/>
                      </p:nvPicPr>
                      <p:blipFill>
                        <a:blip r:embed="rId18">
                          <a:clrChange>
                            <a:clrFrom>
                              <a:srgbClr val="000000"/>
                            </a:clrFrom>
                            <a:clrTo>
                              <a:srgbClr val="CC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390" y="1080"/>
                          <a:ext cx="304" cy="29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9" name="Object 101"/>
            <p:cNvGraphicFramePr>
              <a:graphicFrameLocks noChangeAspect="1"/>
            </p:cNvGraphicFramePr>
            <p:nvPr/>
          </p:nvGraphicFramePr>
          <p:xfrm>
            <a:off x="3675" y="3045"/>
            <a:ext cx="248" cy="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19" imgW="177800" imgH="152400" progId="Equation.3">
                    <p:embed/>
                  </p:oleObj>
                </mc:Choice>
                <mc:Fallback>
                  <p:oleObj name="" r:id="rId19" imgW="177800" imgH="152400" progId="Equation.3">
                    <p:embed/>
                    <p:pic>
                      <p:nvPicPr>
                        <p:cNvPr id="0" name="图片 2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675" y="3045"/>
                          <a:ext cx="248" cy="2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80" name="Object 102"/>
            <p:cNvGraphicFramePr>
              <a:graphicFrameLocks noChangeAspect="1"/>
            </p:cNvGraphicFramePr>
            <p:nvPr/>
          </p:nvGraphicFramePr>
          <p:xfrm>
            <a:off x="5116" y="1697"/>
            <a:ext cx="304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21" imgW="169545" imgH="208915" progId="Equation.3">
                    <p:embed/>
                  </p:oleObj>
                </mc:Choice>
                <mc:Fallback>
                  <p:oleObj name="" r:id="rId21" imgW="169545" imgH="208915" progId="Equation.3">
                    <p:embed/>
                    <p:pic>
                      <p:nvPicPr>
                        <p:cNvPr id="0" name="图片 1"/>
                        <p:cNvPicPr/>
                        <p:nvPr/>
                      </p:nvPicPr>
                      <p:blipFill>
                        <a:blip r:embed="rId22">
                          <a:clrChange>
                            <a:clrFrom>
                              <a:srgbClr val="000000"/>
                            </a:clrFrom>
                            <a:clrTo>
                              <a:srgbClr val="CC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116" y="1697"/>
                          <a:ext cx="304" cy="29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Rectangle 113"/>
          <p:cNvSpPr>
            <a:spLocks noChangeArrowheads="1"/>
          </p:cNvSpPr>
          <p:nvPr/>
        </p:nvSpPr>
        <p:spPr bwMode="auto">
          <a:xfrm>
            <a:off x="5867400" y="1600200"/>
            <a:ext cx="2743200" cy="4038600"/>
          </a:xfrm>
          <a:prstGeom prst="rect">
            <a:avLst/>
          </a:prstGeom>
          <a:gradFill rotWithShape="0">
            <a:gsLst>
              <a:gs pos="0">
                <a:schemeClr val="folHlink">
                  <a:gamma/>
                  <a:tint val="20000"/>
                  <a:invGamma/>
                </a:schemeClr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rgbClr val="9900CC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Text Box 114"/>
          <p:cNvSpPr txBox="1"/>
          <p:nvPr/>
        </p:nvSpPr>
        <p:spPr>
          <a:xfrm>
            <a:off x="5867400" y="1660525"/>
            <a:ext cx="2819400" cy="3635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</a:pPr>
            <a:r>
              <a:rPr lang="zh-CN" altLang="en-US" dirty="0">
                <a:latin typeface="宋体" panose="02010600030101010101" pitchFamily="2" charset="-122"/>
              </a:rPr>
              <a:t>    </a:t>
            </a:r>
            <a:r>
              <a:rPr lang="zh-CN" altLang="en-US" sz="3200" dirty="0">
                <a:latin typeface="宋体" panose="02010600030101010101" pitchFamily="2" charset="-122"/>
              </a:rPr>
              <a:t>以</a:t>
            </a:r>
            <a:r>
              <a:rPr lang="zh-CN" altLang="en-US" sz="3200" i="1" dirty="0">
                <a:latin typeface="宋体" panose="02010600030101010101" pitchFamily="2" charset="-122"/>
              </a:rPr>
              <a:t>  </a:t>
            </a:r>
            <a:r>
              <a:rPr lang="zh-CN" altLang="en-US" sz="3200" dirty="0">
                <a:latin typeface="宋体" panose="02010600030101010101" pitchFamily="2" charset="-122"/>
              </a:rPr>
              <a:t>为原点，旋转矢 量的端点在  轴上的投影点的运动为简谐振动.</a:t>
            </a:r>
            <a:endParaRPr lang="zh-CN" altLang="en-US" sz="3200" dirty="0">
              <a:latin typeface="宋体" panose="02010600030101010101" pitchFamily="2" charset="-122"/>
            </a:endParaRPr>
          </a:p>
        </p:txBody>
      </p:sp>
      <p:graphicFrame>
        <p:nvGraphicFramePr>
          <p:cNvPr id="4100" name="Object 115"/>
          <p:cNvGraphicFramePr>
            <a:graphicFrameLocks noChangeAspect="1"/>
          </p:cNvGraphicFramePr>
          <p:nvPr/>
        </p:nvGraphicFramePr>
        <p:xfrm>
          <a:off x="8027988" y="3030538"/>
          <a:ext cx="4191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1" imgW="139700" imgH="152400" progId="Equation.3">
                  <p:embed/>
                </p:oleObj>
              </mc:Choice>
              <mc:Fallback>
                <p:oleObj name="" r:id="rId1" imgW="139700" imgH="152400" progId="Equation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027988" y="3030538"/>
                        <a:ext cx="419100" cy="377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116"/>
          <p:cNvGraphicFramePr>
            <a:graphicFrameLocks noChangeAspect="1"/>
          </p:cNvGraphicFramePr>
          <p:nvPr/>
        </p:nvGraphicFramePr>
        <p:xfrm>
          <a:off x="7964488" y="2349500"/>
          <a:ext cx="4826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3" imgW="169545" imgH="208915" progId="Equation.3">
                  <p:embed/>
                </p:oleObj>
              </mc:Choice>
              <mc:Fallback>
                <p:oleObj name="" r:id="rId3" imgW="169545" imgH="208915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964488" y="2349500"/>
                        <a:ext cx="482600" cy="460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" name="Object 117"/>
          <p:cNvGraphicFramePr>
            <a:graphicFrameLocks noChangeAspect="1"/>
          </p:cNvGraphicFramePr>
          <p:nvPr/>
        </p:nvGraphicFramePr>
        <p:xfrm>
          <a:off x="7075488" y="1760538"/>
          <a:ext cx="579437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5" imgW="139700" imgH="152400" progId="Equation.3">
                  <p:embed/>
                </p:oleObj>
              </mc:Choice>
              <mc:Fallback>
                <p:oleObj name="" r:id="rId5" imgW="139700" imgH="1524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075488" y="1760538"/>
                        <a:ext cx="579437" cy="515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03" name="组合 24"/>
          <p:cNvGrpSpPr/>
          <p:nvPr/>
        </p:nvGrpSpPr>
        <p:grpSpPr>
          <a:xfrm>
            <a:off x="625475" y="1600200"/>
            <a:ext cx="4608513" cy="4038600"/>
            <a:chOff x="625475" y="1600200"/>
            <a:chExt cx="4608512" cy="4038600"/>
          </a:xfrm>
        </p:grpSpPr>
        <p:grpSp>
          <p:nvGrpSpPr>
            <p:cNvPr id="4104" name="Group 149"/>
            <p:cNvGrpSpPr/>
            <p:nvPr/>
          </p:nvGrpSpPr>
          <p:grpSpPr>
            <a:xfrm>
              <a:off x="625475" y="1600200"/>
              <a:ext cx="4608512" cy="4038600"/>
              <a:chOff x="394" y="1008"/>
              <a:chExt cx="2903" cy="2544"/>
            </a:xfrm>
          </p:grpSpPr>
          <p:sp>
            <p:nvSpPr>
              <p:cNvPr id="4108" name="Rectangle 124"/>
              <p:cNvSpPr/>
              <p:nvPr/>
            </p:nvSpPr>
            <p:spPr>
              <a:xfrm>
                <a:off x="394" y="1008"/>
                <a:ext cx="2903" cy="2544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9" name="Line 72"/>
              <p:cNvSpPr/>
              <p:nvPr/>
            </p:nvSpPr>
            <p:spPr>
              <a:xfrm>
                <a:off x="394" y="2363"/>
                <a:ext cx="2862" cy="0"/>
              </a:xfrm>
              <a:prstGeom prst="line">
                <a:avLst/>
              </a:prstGeom>
              <a:ln w="28575" cap="flat" cmpd="sng">
                <a:solidFill>
                  <a:srgbClr val="9900CC"/>
                </a:solidFill>
                <a:prstDash val="solid"/>
                <a:headEnd type="none" w="sm" len="lg"/>
                <a:tailEnd type="triangle" w="sm" len="lg"/>
              </a:ln>
            </p:spPr>
          </p:sp>
          <p:graphicFrame>
            <p:nvGraphicFramePr>
              <p:cNvPr id="4110" name="Object 77"/>
              <p:cNvGraphicFramePr>
                <a:graphicFrameLocks noChangeAspect="1"/>
              </p:cNvGraphicFramePr>
              <p:nvPr/>
            </p:nvGraphicFramePr>
            <p:xfrm>
              <a:off x="1431" y="2381"/>
              <a:ext cx="330" cy="3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96" name="" r:id="rId7" imgW="165100" imgH="190500" progId="Equation.3">
                      <p:embed/>
                    </p:oleObj>
                  </mc:Choice>
                  <mc:Fallback>
                    <p:oleObj name="" r:id="rId7" imgW="165100" imgH="190500" progId="Equation.3">
                      <p:embed/>
                      <p:pic>
                        <p:nvPicPr>
                          <p:cNvPr id="0" name="图片 3095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1431" y="2381"/>
                            <a:ext cx="330" cy="38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11" name="Object 78"/>
              <p:cNvGraphicFramePr>
                <a:graphicFrameLocks noChangeAspect="1"/>
              </p:cNvGraphicFramePr>
              <p:nvPr/>
            </p:nvGraphicFramePr>
            <p:xfrm>
              <a:off x="2015" y="1434"/>
              <a:ext cx="265" cy="3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0" name="" r:id="rId9" imgW="130810" imgH="169545" progId="Equation.3">
                      <p:embed/>
                    </p:oleObj>
                  </mc:Choice>
                  <mc:Fallback>
                    <p:oleObj name="" r:id="rId9" imgW="130810" imgH="169545" progId="Equation.3">
                      <p:embed/>
                      <p:pic>
                        <p:nvPicPr>
                          <p:cNvPr id="0" name="图片 3109"/>
                          <p:cNvPicPr/>
                          <p:nvPr/>
                        </p:nvPicPr>
                        <p:blipFill>
                          <a:blip r:embed="rId10">
                            <a:clrChange>
                              <a:clrFrom>
                                <a:srgbClr val="000000"/>
                              </a:clrFrom>
                              <a:clrTo>
                                <a:srgbClr val="FF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2015" y="1434"/>
                            <a:ext cx="265" cy="30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12" name="Object 80"/>
              <p:cNvGraphicFramePr>
                <a:graphicFrameLocks noChangeAspect="1"/>
              </p:cNvGraphicFramePr>
              <p:nvPr/>
            </p:nvGraphicFramePr>
            <p:xfrm>
              <a:off x="952" y="1746"/>
              <a:ext cx="479" cy="2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0" name="" r:id="rId11" imgW="292100" imgH="152400" progId="Equation.3">
                      <p:embed/>
                    </p:oleObj>
                  </mc:Choice>
                  <mc:Fallback>
                    <p:oleObj name="" r:id="rId11" imgW="292100" imgH="152400" progId="Equation.3">
                      <p:embed/>
                      <p:pic>
                        <p:nvPicPr>
                          <p:cNvPr id="0" name="图片 3099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952" y="1746"/>
                            <a:ext cx="479" cy="25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113" name="Line 81"/>
              <p:cNvSpPr/>
              <p:nvPr/>
            </p:nvSpPr>
            <p:spPr>
              <a:xfrm flipV="1">
                <a:off x="1754" y="1480"/>
                <a:ext cx="747" cy="872"/>
              </a:xfrm>
              <a:prstGeom prst="line">
                <a:avLst/>
              </a:prstGeom>
              <a:ln w="38100" cap="flat" cmpd="sng">
                <a:solidFill>
                  <a:srgbClr val="F01A04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4114" name="Line 82"/>
              <p:cNvSpPr/>
              <p:nvPr/>
            </p:nvSpPr>
            <p:spPr>
              <a:xfrm>
                <a:off x="2504" y="1506"/>
                <a:ext cx="0" cy="813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4115" name="Arc 84"/>
              <p:cNvSpPr/>
              <p:nvPr/>
            </p:nvSpPr>
            <p:spPr>
              <a:xfrm>
                <a:off x="2018" y="2023"/>
                <a:ext cx="175" cy="33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1600" h="21767" fill="none">
                    <a:moveTo>
                      <a:pt x="3744" y="0"/>
                    </a:moveTo>
                    <a:cubicBezTo>
                      <a:pt x="14070" y="1817"/>
                      <a:pt x="21600" y="10788"/>
                      <a:pt x="21600" y="21273"/>
                    </a:cubicBezTo>
                    <a:cubicBezTo>
                      <a:pt x="21600" y="21437"/>
                      <a:pt x="21598" y="21602"/>
                      <a:pt x="21594" y="21767"/>
                    </a:cubicBezTo>
                  </a:path>
                  <a:path w="21600" h="21767" stroke="0">
                    <a:moveTo>
                      <a:pt x="3744" y="0"/>
                    </a:moveTo>
                    <a:cubicBezTo>
                      <a:pt x="14070" y="1817"/>
                      <a:pt x="21600" y="10788"/>
                      <a:pt x="21600" y="21273"/>
                    </a:cubicBezTo>
                    <a:cubicBezTo>
                      <a:pt x="21600" y="21437"/>
                      <a:pt x="21598" y="21602"/>
                      <a:pt x="21594" y="21767"/>
                    </a:cubicBezTo>
                    <a:lnTo>
                      <a:pt x="0" y="21273"/>
                    </a:lnTo>
                    <a:lnTo>
                      <a:pt x="3744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CC00CC">
                    <a:alpha val="100000"/>
                  </a:srgbClr>
                </a:solidFill>
                <a:prstDash val="solid"/>
                <a:round/>
                <a:headEnd type="none" w="sm" len="lg"/>
                <a:tailEnd type="none" w="sm" len="lg"/>
              </a:ln>
            </p:spPr>
            <p:txBody>
              <a:bodyPr/>
              <a:p>
                <a:endParaRPr lang="zh-CN" altLang="en-US"/>
              </a:p>
            </p:txBody>
          </p:sp>
          <p:graphicFrame>
            <p:nvGraphicFramePr>
              <p:cNvPr id="4116" name="Object 85"/>
              <p:cNvGraphicFramePr>
                <a:graphicFrameLocks noChangeAspect="1"/>
              </p:cNvGraphicFramePr>
              <p:nvPr/>
            </p:nvGraphicFramePr>
            <p:xfrm>
              <a:off x="2290" y="1706"/>
              <a:ext cx="551" cy="2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99" name="" r:id="rId13" imgW="673100" imgH="266700" progId="Equation.3">
                      <p:embed/>
                    </p:oleObj>
                  </mc:Choice>
                  <mc:Fallback>
                    <p:oleObj name="" r:id="rId13" imgW="673100" imgH="266700" progId="Equation.3">
                      <p:embed/>
                      <p:pic>
                        <p:nvPicPr>
                          <p:cNvPr id="0" name="图片 3098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2290" y="1706"/>
                            <a:ext cx="551" cy="22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66FF66"/>
                              </a:gs>
                              <a:gs pos="50000">
                                <a:srgbClr val="FFFFFF"/>
                              </a:gs>
                              <a:gs pos="100000">
                                <a:srgbClr val="66FF66"/>
                              </a:gs>
                            </a:gsLst>
                            <a:lin ang="5400000" scaled="1"/>
                            <a:tileRect/>
                          </a:gradFill>
                          <a:ln w="9525" cap="flat" cmpd="sng">
                            <a:solidFill>
                              <a:srgbClr val="008000"/>
                            </a:solidFill>
                            <a:prstDash val="solid"/>
                            <a:miter/>
                            <a:headEnd type="none" w="med" len="med"/>
                            <a:tailEnd type="none" w="med" len="med"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17" name="Object 86"/>
              <p:cNvGraphicFramePr>
                <a:graphicFrameLocks noChangeAspect="1"/>
              </p:cNvGraphicFramePr>
              <p:nvPr/>
            </p:nvGraphicFramePr>
            <p:xfrm>
              <a:off x="987" y="2792"/>
              <a:ext cx="1536" cy="2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2" name="" r:id="rId15" imgW="1078865" imgH="203200" progId="Equation.3">
                      <p:embed/>
                    </p:oleObj>
                  </mc:Choice>
                  <mc:Fallback>
                    <p:oleObj name="" r:id="rId15" imgW="1078865" imgH="203200" progId="Equation.3">
                      <p:embed/>
                      <p:pic>
                        <p:nvPicPr>
                          <p:cNvPr id="0" name="图片 3111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987" y="2792"/>
                            <a:ext cx="1536" cy="287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66FF66"/>
                              </a:gs>
                              <a:gs pos="50000">
                                <a:srgbClr val="FFFFFF"/>
                              </a:gs>
                              <a:gs pos="100000">
                                <a:srgbClr val="66FF66"/>
                              </a:gs>
                            </a:gsLst>
                            <a:lin ang="5400000" scaled="1"/>
                            <a:tileRect/>
                          </a:gradFill>
                          <a:ln w="9525" cap="flat" cmpd="sng">
                            <a:solidFill>
                              <a:srgbClr val="006600"/>
                            </a:solidFill>
                            <a:prstDash val="solid"/>
                            <a:miter/>
                            <a:headEnd type="none" w="med" len="med"/>
                            <a:tailEnd type="none" w="med" len="med"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118" name="Text Box 87"/>
              <p:cNvSpPr txBox="1"/>
              <p:nvPr/>
            </p:nvSpPr>
            <p:spPr>
              <a:xfrm>
                <a:off x="1406" y="1695"/>
                <a:ext cx="315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19" name="Oval 95"/>
              <p:cNvSpPr/>
              <p:nvPr/>
            </p:nvSpPr>
            <p:spPr>
              <a:xfrm>
                <a:off x="634" y="1185"/>
                <a:ext cx="2234" cy="2261"/>
              </a:xfrm>
              <a:prstGeom prst="ellipse">
                <a:avLst/>
              </a:prstGeom>
              <a:noFill/>
              <a:ln w="28575" cap="flat" cmpd="sng">
                <a:solidFill>
                  <a:srgbClr val="0000FF"/>
                </a:solidFill>
                <a:prstDash val="dash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0" name="Oval 73"/>
              <p:cNvSpPr/>
              <p:nvPr/>
            </p:nvSpPr>
            <p:spPr>
              <a:xfrm>
                <a:off x="2444" y="2302"/>
                <a:ext cx="105" cy="106"/>
              </a:xfrm>
              <a:prstGeom prst="ellipse">
                <a:avLst/>
              </a:prstGeom>
              <a:gradFill rotWithShape="0">
                <a:gsLst>
                  <a:gs pos="0">
                    <a:srgbClr val="FF0000"/>
                  </a:gs>
                  <a:gs pos="100000">
                    <a:srgbClr val="8F0000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rgbClr val="CC00CC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4121" name="Object 118"/>
              <p:cNvGraphicFramePr>
                <a:graphicFrameLocks noChangeAspect="1"/>
              </p:cNvGraphicFramePr>
              <p:nvPr/>
            </p:nvGraphicFramePr>
            <p:xfrm>
              <a:off x="3041" y="2382"/>
              <a:ext cx="168" cy="1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95" name="" r:id="rId17" imgW="139700" imgH="152400" progId="Equation.3">
                      <p:embed/>
                    </p:oleObj>
                  </mc:Choice>
                  <mc:Fallback>
                    <p:oleObj name="" r:id="rId17" imgW="139700" imgH="152400" progId="Equation.3">
                      <p:embed/>
                      <p:pic>
                        <p:nvPicPr>
                          <p:cNvPr id="0" name="图片 3094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3041" y="2382"/>
                            <a:ext cx="168" cy="18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122" name="Arc 120"/>
              <p:cNvSpPr/>
              <p:nvPr/>
            </p:nvSpPr>
            <p:spPr>
              <a:xfrm>
                <a:off x="2514" y="1253"/>
                <a:ext cx="363" cy="36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0324" h="21162" fill="none">
                    <a:moveTo>
                      <a:pt x="4329" y="0"/>
                    </a:moveTo>
                    <a:cubicBezTo>
                      <a:pt x="11711" y="1510"/>
                      <a:pt x="17772" y="6758"/>
                      <a:pt x="20323" y="13847"/>
                    </a:cubicBezTo>
                  </a:path>
                  <a:path w="20324" h="21162" stroke="0">
                    <a:moveTo>
                      <a:pt x="4329" y="0"/>
                    </a:moveTo>
                    <a:cubicBezTo>
                      <a:pt x="11711" y="1510"/>
                      <a:pt x="17772" y="6758"/>
                      <a:pt x="20323" y="13847"/>
                    </a:cubicBezTo>
                    <a:lnTo>
                      <a:pt x="0" y="21162"/>
                    </a:lnTo>
                    <a:lnTo>
                      <a:pt x="4329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6600">
                    <a:alpha val="100000"/>
                  </a:srgbClr>
                </a:solidFill>
                <a:prstDash val="solid"/>
                <a:round/>
                <a:headEnd type="triangle" w="sm" len="lg"/>
                <a:tailEnd type="none" w="sm" len="lg"/>
              </a:ln>
            </p:spPr>
            <p:txBody>
              <a:bodyPr/>
              <a:p>
                <a:endParaRPr lang="zh-CN" altLang="en-US"/>
              </a:p>
            </p:txBody>
          </p:sp>
          <p:graphicFrame>
            <p:nvGraphicFramePr>
              <p:cNvPr id="4123" name="Object 121"/>
              <p:cNvGraphicFramePr>
                <a:graphicFrameLocks noChangeAspect="1"/>
              </p:cNvGraphicFramePr>
              <p:nvPr/>
            </p:nvGraphicFramePr>
            <p:xfrm>
              <a:off x="2394" y="1200"/>
              <a:ext cx="186" cy="1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8" name="" r:id="rId18" imgW="152400" imgH="139700" progId="Equation.3">
                      <p:embed/>
                    </p:oleObj>
                  </mc:Choice>
                  <mc:Fallback>
                    <p:oleObj name="" r:id="rId18" imgW="152400" imgH="139700" progId="Equation.3">
                      <p:embed/>
                      <p:pic>
                        <p:nvPicPr>
                          <p:cNvPr id="0" name="图片 3087"/>
                          <p:cNvPicPr/>
                          <p:nvPr/>
                        </p:nvPicPr>
                        <p:blipFill>
                          <a:blip r:embed="rId19"/>
                          <a:stretch>
                            <a:fillRect/>
                          </a:stretch>
                        </p:blipFill>
                        <p:spPr>
                          <a:xfrm>
                            <a:off x="2394" y="1200"/>
                            <a:ext cx="186" cy="14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124" name="Line 148"/>
              <p:cNvSpPr/>
              <p:nvPr/>
            </p:nvSpPr>
            <p:spPr>
              <a:xfrm flipV="1">
                <a:off x="1754" y="1185"/>
                <a:ext cx="0" cy="2261"/>
              </a:xfrm>
              <a:prstGeom prst="line">
                <a:avLst/>
              </a:prstGeom>
              <a:ln w="28575" cap="flat" cmpd="sng">
                <a:solidFill>
                  <a:srgbClr val="9900CC"/>
                </a:solidFill>
                <a:prstDash val="dash"/>
                <a:headEnd type="none" w="sm" len="lg"/>
                <a:tailEnd type="none" w="sm" len="lg"/>
              </a:ln>
            </p:spPr>
          </p:sp>
        </p:grpSp>
        <p:sp>
          <p:nvSpPr>
            <p:cNvPr id="4105" name="Arc 17"/>
            <p:cNvSpPr/>
            <p:nvPr/>
          </p:nvSpPr>
          <p:spPr>
            <a:xfrm>
              <a:off x="3487738" y="3462338"/>
              <a:ext cx="55562" cy="303212"/>
            </a:xfrm>
            <a:custGeom>
              <a:avLst/>
              <a:gdLst/>
              <a:ahLst/>
              <a:cxnLst>
                <a:cxn ang="0">
                  <a:pos x="-21" y="0"/>
                </a:cxn>
                <a:cxn ang="0">
                  <a:pos x="367643" y="59749146"/>
                </a:cxn>
                <a:cxn ang="0">
                  <a:pos x="-21" y="0"/>
                </a:cxn>
                <a:cxn ang="0">
                  <a:pos x="367643" y="59749146"/>
                </a:cxn>
                <a:cxn ang="0">
                  <a:pos x="0" y="59749146"/>
                </a:cxn>
                <a:cxn ang="0">
                  <a:pos x="-21" y="0"/>
                </a:cxn>
              </a:cxnLst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CC00CC">
                  <a:alpha val="100000"/>
                </a:srgbClr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4106" name="Object 18"/>
            <p:cNvGraphicFramePr>
              <a:graphicFrameLocks noChangeAspect="1"/>
            </p:cNvGraphicFramePr>
            <p:nvPr/>
          </p:nvGraphicFramePr>
          <p:xfrm>
            <a:off x="3598863" y="3462338"/>
            <a:ext cx="268287" cy="325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" name="" r:id="rId20" imgW="203200" imgH="241300" progId="Equation.3">
                    <p:embed/>
                  </p:oleObj>
                </mc:Choice>
                <mc:Fallback>
                  <p:oleObj name="" r:id="rId20" imgW="203200" imgH="241300" progId="Equation.3">
                    <p:embed/>
                    <p:pic>
                      <p:nvPicPr>
                        <p:cNvPr id="0" name="图片 3104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3598863" y="3462338"/>
                          <a:ext cx="268287" cy="3254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7" name="Line 7"/>
            <p:cNvSpPr/>
            <p:nvPr/>
          </p:nvSpPr>
          <p:spPr>
            <a:xfrm flipV="1">
              <a:off x="2771775" y="3089275"/>
              <a:ext cx="1608138" cy="673100"/>
            </a:xfrm>
            <a:prstGeom prst="line">
              <a:avLst/>
            </a:prstGeom>
            <a:ln w="38100" cap="flat" cmpd="sng">
              <a:solidFill>
                <a:srgbClr val="F01A04"/>
              </a:solidFill>
              <a:prstDash val="solid"/>
              <a:headEnd type="none" w="sm" len="lg"/>
              <a:tailEnd type="triangle" w="sm" len="lg"/>
            </a:ln>
          </p:spPr>
        </p:sp>
      </p:grp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Text Box 8"/>
          <p:cNvSpPr txBox="1"/>
          <p:nvPr/>
        </p:nvSpPr>
        <p:spPr>
          <a:xfrm>
            <a:off x="974725" y="5759450"/>
            <a:ext cx="1841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5123" name="Object 2"/>
          <p:cNvGraphicFramePr>
            <a:graphicFrameLocks noChangeAspect="1"/>
          </p:cNvGraphicFramePr>
          <p:nvPr/>
        </p:nvGraphicFramePr>
        <p:xfrm>
          <a:off x="1295400" y="914400"/>
          <a:ext cx="31496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1" imgW="1333500" imgH="241300" progId="Equation.3">
                  <p:embed/>
                </p:oleObj>
              </mc:Choice>
              <mc:Fallback>
                <p:oleObj name="" r:id="rId1" imgW="1333500" imgH="241300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95400" y="914400"/>
                        <a:ext cx="3149600" cy="50323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E1FF"/>
                          </a:gs>
                          <a:gs pos="50000">
                            <a:srgbClr val="FFFFFF"/>
                          </a:gs>
                          <a:gs pos="100000">
                            <a:srgbClr val="FFE1FF"/>
                          </a:gs>
                        </a:gsLst>
                        <a:lin ang="5400000" scaled="1"/>
                        <a:tileRect/>
                      </a:gradFill>
                      <a:ln w="12700" cap="flat" cmpd="sng">
                        <a:solidFill>
                          <a:srgbClr val="CC00CC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5867400" y="1600200"/>
            <a:ext cx="2743200" cy="4038600"/>
          </a:xfrm>
          <a:prstGeom prst="rect">
            <a:avLst/>
          </a:prstGeom>
          <a:gradFill rotWithShape="0">
            <a:gsLst>
              <a:gs pos="0">
                <a:schemeClr val="folHlink">
                  <a:gamma/>
                  <a:tint val="20000"/>
                  <a:invGamma/>
                </a:schemeClr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rgbClr val="9900CC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5" name="Text Box 4"/>
          <p:cNvSpPr txBox="1"/>
          <p:nvPr/>
        </p:nvSpPr>
        <p:spPr>
          <a:xfrm>
            <a:off x="5867400" y="1660525"/>
            <a:ext cx="2819400" cy="3635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</a:pPr>
            <a:r>
              <a:rPr lang="zh-CN" altLang="en-US" dirty="0">
                <a:latin typeface="宋体" panose="02010600030101010101" pitchFamily="2" charset="-122"/>
              </a:rPr>
              <a:t>    </a:t>
            </a:r>
            <a:r>
              <a:rPr lang="zh-CN" altLang="en-US" sz="3200" dirty="0">
                <a:latin typeface="宋体" panose="02010600030101010101" pitchFamily="2" charset="-122"/>
              </a:rPr>
              <a:t>以</a:t>
            </a:r>
            <a:r>
              <a:rPr lang="zh-CN" altLang="en-US" sz="3200" i="1" dirty="0">
                <a:latin typeface="宋体" panose="02010600030101010101" pitchFamily="2" charset="-122"/>
              </a:rPr>
              <a:t>  </a:t>
            </a:r>
            <a:r>
              <a:rPr lang="zh-CN" altLang="en-US" sz="3200" dirty="0">
                <a:latin typeface="宋体" panose="02010600030101010101" pitchFamily="2" charset="-122"/>
              </a:rPr>
              <a:t>为原点，旋转矢 量的端点在  轴上的投影点的运动为简谐振动.</a:t>
            </a:r>
            <a:endParaRPr lang="zh-CN" altLang="en-US" sz="3200" dirty="0">
              <a:latin typeface="宋体" panose="02010600030101010101" pitchFamily="2" charset="-122"/>
            </a:endParaRPr>
          </a:p>
        </p:txBody>
      </p:sp>
      <p:graphicFrame>
        <p:nvGraphicFramePr>
          <p:cNvPr id="5126" name="Object 5"/>
          <p:cNvGraphicFramePr>
            <a:graphicFrameLocks noChangeAspect="1"/>
          </p:cNvGraphicFramePr>
          <p:nvPr/>
        </p:nvGraphicFramePr>
        <p:xfrm>
          <a:off x="8010525" y="3021013"/>
          <a:ext cx="4191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3" imgW="139700" imgH="152400" progId="Equation.3">
                  <p:embed/>
                </p:oleObj>
              </mc:Choice>
              <mc:Fallback>
                <p:oleObj name="" r:id="rId3" imgW="139700" imgH="1524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10525" y="3021013"/>
                        <a:ext cx="419100" cy="377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7" name="Object 6"/>
          <p:cNvGraphicFramePr>
            <a:graphicFrameLocks noChangeAspect="1"/>
          </p:cNvGraphicFramePr>
          <p:nvPr/>
        </p:nvGraphicFramePr>
        <p:xfrm>
          <a:off x="7947025" y="2393950"/>
          <a:ext cx="4826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5" imgW="169545" imgH="208915" progId="Equation.3">
                  <p:embed/>
                </p:oleObj>
              </mc:Choice>
              <mc:Fallback>
                <p:oleObj name="" r:id="rId5" imgW="169545" imgH="208915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947025" y="2393950"/>
                        <a:ext cx="482600" cy="460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8" name="Object 7"/>
          <p:cNvGraphicFramePr>
            <a:graphicFrameLocks noChangeAspect="1"/>
          </p:cNvGraphicFramePr>
          <p:nvPr/>
        </p:nvGraphicFramePr>
        <p:xfrm>
          <a:off x="7086600" y="1905000"/>
          <a:ext cx="457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7" imgW="139700" imgH="152400" progId="Equation.3">
                  <p:embed/>
                </p:oleObj>
              </mc:Choice>
              <mc:Fallback>
                <p:oleObj name="" r:id="rId7" imgW="139700" imgH="15240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086600" y="1905000"/>
                        <a:ext cx="4572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0" name="矩形 1"/>
          <p:cNvSpPr/>
          <p:nvPr/>
        </p:nvSpPr>
        <p:spPr>
          <a:xfrm>
            <a:off x="2374900" y="3679825"/>
            <a:ext cx="576263" cy="2889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/>
          <a:p>
            <a:pPr eaLnBrk="1" hangingPunct="1">
              <a:spcBef>
                <a:spcPct val="50000"/>
              </a:spcBef>
            </a:pPr>
            <a:endParaRPr lang="en-US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5131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425700" y="3616325"/>
          <a:ext cx="525463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9" imgW="152400" imgH="177165" progId="Equation.KSEE3">
                  <p:embed/>
                </p:oleObj>
              </mc:Choice>
              <mc:Fallback>
                <p:oleObj name="" r:id="rId9" imgW="152400" imgH="177165" progId="Equation.KSEE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25700" y="3616325"/>
                        <a:ext cx="525463" cy="612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ontrols>
      <mc:AlternateContent xmlns:mc="http://schemas.openxmlformats.org/markup-compatibility/2006">
        <mc:Choice xmlns:v="urn:schemas-microsoft-com:vml" Requires="v">
          <p:control name="" r:id="rId11" imgW="4686300" imgH="4165600"/>
        </mc:Choice>
        <mc:Fallback>
          <p:control name="" r:id="rId11" imgW="4686300" imgH="4165600">
            <p:pic>
              <p:nvPicPr>
                <p:cNvPr id="5129" name="ShockwaveFlash2"/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77863" y="1524000"/>
                  <a:ext cx="4686300" cy="4165600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11970" name="Object 2"/>
          <p:cNvGraphicFramePr>
            <a:graphicFrameLocks noChangeAspect="1"/>
          </p:cNvGraphicFramePr>
          <p:nvPr/>
        </p:nvGraphicFramePr>
        <p:xfrm>
          <a:off x="5454650" y="4038600"/>
          <a:ext cx="338455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1" imgW="1675765" imgH="266700" progId="Equation.3">
                  <p:embed/>
                </p:oleObj>
              </mc:Choice>
              <mc:Fallback>
                <p:oleObj name="" r:id="rId1" imgW="1675765" imgH="266700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454650" y="4038600"/>
                        <a:ext cx="3384550" cy="56832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  <a:tileRect/>
                      </a:gradFill>
                      <a:ln w="12700" cap="flat" cmpd="sng">
                        <a:solidFill>
                          <a:schemeClr val="tx2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2003" name="Object 35"/>
          <p:cNvGraphicFramePr>
            <a:graphicFrameLocks noChangeAspect="1"/>
          </p:cNvGraphicFramePr>
          <p:nvPr/>
        </p:nvGraphicFramePr>
        <p:xfrm>
          <a:off x="5486400" y="1022350"/>
          <a:ext cx="16002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3" imgW="596900" imgH="215900" progId="Equation.3">
                  <p:embed/>
                </p:oleObj>
              </mc:Choice>
              <mc:Fallback>
                <p:oleObj name="" r:id="rId3" imgW="596900" imgH="2159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86400" y="1022350"/>
                        <a:ext cx="1600200" cy="57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2004" name="Object 36"/>
          <p:cNvGraphicFramePr>
            <a:graphicFrameLocks noChangeAspect="1"/>
          </p:cNvGraphicFramePr>
          <p:nvPr/>
        </p:nvGraphicFramePr>
        <p:xfrm>
          <a:off x="5461000" y="2047875"/>
          <a:ext cx="3046413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5" imgW="1600200" imgH="241300" progId="Equation.3">
                  <p:embed/>
                </p:oleObj>
              </mc:Choice>
              <mc:Fallback>
                <p:oleObj name="" r:id="rId5" imgW="1600200" imgH="24130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61000" y="2047875"/>
                        <a:ext cx="3046413" cy="50958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  <a:tileRect/>
                      </a:gradFill>
                      <a:ln w="12700" cap="flat" cmpd="sng">
                        <a:solidFill>
                          <a:schemeClr val="tx2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2005" name="Object 37"/>
          <p:cNvGraphicFramePr>
            <a:graphicFrameLocks noChangeAspect="1"/>
          </p:cNvGraphicFramePr>
          <p:nvPr/>
        </p:nvGraphicFramePr>
        <p:xfrm>
          <a:off x="5562600" y="3048000"/>
          <a:ext cx="175260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7" imgW="622300" imgH="228600" progId="Equation.3">
                  <p:embed/>
                </p:oleObj>
              </mc:Choice>
              <mc:Fallback>
                <p:oleObj name="" r:id="rId7" imgW="622300" imgH="22860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562600" y="3048000"/>
                        <a:ext cx="1752600" cy="644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" name="Group 3"/>
          <p:cNvGrpSpPr/>
          <p:nvPr/>
        </p:nvGrpSpPr>
        <p:grpSpPr>
          <a:xfrm>
            <a:off x="3429000" y="1066800"/>
            <a:ext cx="1752600" cy="2743200"/>
            <a:chOff x="2170" y="450"/>
            <a:chExt cx="1613" cy="2190"/>
          </a:xfrm>
        </p:grpSpPr>
        <p:sp>
          <p:nvSpPr>
            <p:cNvPr id="6174" name="Line 4"/>
            <p:cNvSpPr/>
            <p:nvPr/>
          </p:nvSpPr>
          <p:spPr>
            <a:xfrm>
              <a:off x="2400" y="912"/>
              <a:ext cx="0" cy="1344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dash"/>
              <a:headEnd type="none" w="sm" len="lg"/>
              <a:tailEnd type="none" w="sm" len="lg"/>
            </a:ln>
          </p:spPr>
        </p:sp>
        <p:sp>
          <p:nvSpPr>
            <p:cNvPr id="6175" name="Line 5"/>
            <p:cNvSpPr/>
            <p:nvPr/>
          </p:nvSpPr>
          <p:spPr>
            <a:xfrm flipH="1" flipV="1">
              <a:off x="2400" y="912"/>
              <a:ext cx="384" cy="48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sm" len="lg"/>
              <a:tailEnd type="triangle" w="sm" len="lg"/>
            </a:ln>
          </p:spPr>
        </p:sp>
        <p:sp>
          <p:nvSpPr>
            <p:cNvPr id="6176" name="Line 6"/>
            <p:cNvSpPr/>
            <p:nvPr/>
          </p:nvSpPr>
          <p:spPr>
            <a:xfrm>
              <a:off x="2784" y="1392"/>
              <a:ext cx="81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sm" len="lg"/>
              <a:tailEnd type="none" w="sm" len="lg"/>
            </a:ln>
          </p:spPr>
        </p:sp>
        <p:graphicFrame>
          <p:nvGraphicFramePr>
            <p:cNvPr id="6177" name="Object 7"/>
            <p:cNvGraphicFramePr>
              <a:graphicFrameLocks noChangeAspect="1"/>
            </p:cNvGraphicFramePr>
            <p:nvPr/>
          </p:nvGraphicFramePr>
          <p:xfrm>
            <a:off x="2640" y="707"/>
            <a:ext cx="1143" cy="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" name="" r:id="rId9" imgW="640080" imgH="339725" progId="Equation.3">
                    <p:embed/>
                  </p:oleObj>
                </mc:Choice>
                <mc:Fallback>
                  <p:oleObj name="" r:id="rId9" imgW="640080" imgH="339725" progId="Equation.3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9900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640" y="707"/>
                          <a:ext cx="1143" cy="6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78" name="Arc 8"/>
            <p:cNvSpPr/>
            <p:nvPr/>
          </p:nvSpPr>
          <p:spPr>
            <a:xfrm>
              <a:off x="2659" y="1200"/>
              <a:ext cx="461" cy="38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18851" h="21600" fill="none">
                  <a:moveTo>
                    <a:pt x="-1" y="0"/>
                  </a:moveTo>
                  <a:cubicBezTo>
                    <a:pt x="7821" y="0"/>
                    <a:pt x="15032" y="4228"/>
                    <a:pt x="18851" y="11054"/>
                  </a:cubicBezTo>
                </a:path>
                <a:path w="18851" h="21600" stroke="0">
                  <a:moveTo>
                    <a:pt x="-1" y="0"/>
                  </a:moveTo>
                  <a:cubicBezTo>
                    <a:pt x="7821" y="0"/>
                    <a:pt x="15032" y="4228"/>
                    <a:pt x="18851" y="11054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9900CC">
                  <a:alpha val="100000"/>
                </a:srgbClr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6179" name="Object 9"/>
            <p:cNvGraphicFramePr>
              <a:graphicFrameLocks noChangeAspect="1"/>
            </p:cNvGraphicFramePr>
            <p:nvPr/>
          </p:nvGraphicFramePr>
          <p:xfrm>
            <a:off x="2170" y="450"/>
            <a:ext cx="422" cy="4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7" name="" r:id="rId11" imgW="150495" imgH="169545" progId="Equation.3">
                    <p:embed/>
                  </p:oleObj>
                </mc:Choice>
                <mc:Fallback>
                  <p:oleObj name="" r:id="rId11" imgW="150495" imgH="169545" progId="Equation.3">
                    <p:embed/>
                    <p:pic>
                      <p:nvPicPr>
                        <p:cNvPr id="0" name="图片 3106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170" y="450"/>
                          <a:ext cx="422" cy="4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80" name="Object 10"/>
            <p:cNvGraphicFramePr>
              <a:graphicFrameLocks noChangeAspect="1"/>
            </p:cNvGraphicFramePr>
            <p:nvPr/>
          </p:nvGraphicFramePr>
          <p:xfrm>
            <a:off x="2474" y="2270"/>
            <a:ext cx="262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9" name="" r:id="rId13" imgW="71755" imgH="130810" progId="Equation.3">
                    <p:embed/>
                  </p:oleObj>
                </mc:Choice>
                <mc:Fallback>
                  <p:oleObj name="" r:id="rId13" imgW="71755" imgH="130810" progId="Equation.3">
                    <p:embed/>
                    <p:pic>
                      <p:nvPicPr>
                        <p:cNvPr id="0" name="图片 3108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474" y="2270"/>
                          <a:ext cx="262" cy="37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81" name="Line 11"/>
            <p:cNvSpPr/>
            <p:nvPr/>
          </p:nvSpPr>
          <p:spPr>
            <a:xfrm flipH="1">
              <a:off x="2400" y="2256"/>
              <a:ext cx="384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sm" len="lg"/>
              <a:tailEnd type="triangle" w="sm" len="lg"/>
            </a:ln>
          </p:spPr>
        </p:sp>
      </p:grpSp>
      <p:sp>
        <p:nvSpPr>
          <p:cNvPr id="6151" name="Rectangle 12"/>
          <p:cNvSpPr/>
          <p:nvPr/>
        </p:nvSpPr>
        <p:spPr>
          <a:xfrm>
            <a:off x="762000" y="990600"/>
            <a:ext cx="4419600" cy="4572000"/>
          </a:xfrm>
          <a:prstGeom prst="rect">
            <a:avLst/>
          </a:prstGeom>
          <a:noFill/>
          <a:ln w="9525" cap="flat" cmpd="sng">
            <a:solidFill>
              <a:srgbClr val="006600"/>
            </a:solidFill>
            <a:prstDash val="solid"/>
            <a:miter/>
            <a:headEnd type="none" w="med" len="med"/>
            <a:tailEnd type="none" w="sm" len="lg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152" name="Oval 13"/>
          <p:cNvSpPr/>
          <p:nvPr/>
        </p:nvSpPr>
        <p:spPr>
          <a:xfrm>
            <a:off x="893763" y="1576388"/>
            <a:ext cx="3570287" cy="3487737"/>
          </a:xfrm>
          <a:prstGeom prst="ellipse">
            <a:avLst/>
          </a:prstGeom>
          <a:noFill/>
          <a:ln w="28575" cap="flat" cmpd="sng">
            <a:solidFill>
              <a:srgbClr val="0000FF"/>
            </a:solidFill>
            <a:prstDash val="dash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153" name="Line 16"/>
          <p:cNvSpPr/>
          <p:nvPr/>
        </p:nvSpPr>
        <p:spPr>
          <a:xfrm>
            <a:off x="4089400" y="2257425"/>
            <a:ext cx="0" cy="1055688"/>
          </a:xfrm>
          <a:prstGeom prst="line">
            <a:avLst/>
          </a:prstGeom>
          <a:ln w="19050" cap="flat" cmpd="sng">
            <a:solidFill>
              <a:srgbClr val="FF0000"/>
            </a:solidFill>
            <a:prstDash val="dash"/>
            <a:headEnd type="none" w="sm" len="lg"/>
            <a:tailEnd type="none" w="sm" len="lg"/>
          </a:ln>
        </p:spPr>
      </p:sp>
      <p:sp>
        <p:nvSpPr>
          <p:cNvPr id="6154" name="Oval 17"/>
          <p:cNvSpPr/>
          <p:nvPr/>
        </p:nvSpPr>
        <p:spPr>
          <a:xfrm>
            <a:off x="4000500" y="3276600"/>
            <a:ext cx="152400" cy="149225"/>
          </a:xfrm>
          <a:prstGeom prst="ellipse">
            <a:avLst/>
          </a:prstGeom>
          <a:gradFill rotWithShape="0">
            <a:gsLst>
              <a:gs pos="0">
                <a:srgbClr val="FF3300"/>
              </a:gs>
              <a:gs pos="100000">
                <a:srgbClr val="C227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155" name="Arc 18"/>
          <p:cNvSpPr/>
          <p:nvPr/>
        </p:nvSpPr>
        <p:spPr>
          <a:xfrm rot="-316130">
            <a:off x="4498975" y="2722563"/>
            <a:ext cx="215900" cy="1311275"/>
          </a:xfrm>
          <a:custGeom>
            <a:avLst/>
            <a:gdLst/>
            <a:ahLst/>
            <a:cxnLst>
              <a:cxn ang="0">
                <a:pos x="21335505" y="0"/>
              </a:cxn>
              <a:cxn ang="0">
                <a:pos x="25604096" y="2147483646"/>
              </a:cxn>
              <a:cxn ang="0">
                <a:pos x="21335505" y="0"/>
              </a:cxn>
              <a:cxn ang="0">
                <a:pos x="25604096" y="2147483646"/>
              </a:cxn>
              <a:cxn ang="0">
                <a:pos x="0" y="2147483646"/>
              </a:cxn>
              <a:cxn ang="0">
                <a:pos x="21335505" y="0"/>
              </a:cxn>
            </a:cxnLst>
            <a:pathLst>
              <a:path w="19825" h="13916" fill="none">
                <a:moveTo>
                  <a:pt x="16519" y="0"/>
                </a:moveTo>
                <a:cubicBezTo>
                  <a:pt x="17875" y="1609"/>
                  <a:pt x="18989" y="3409"/>
                  <a:pt x="19824" y="5341"/>
                </a:cubicBezTo>
              </a:path>
              <a:path w="19825" h="13916" stroke="0">
                <a:moveTo>
                  <a:pt x="16519" y="0"/>
                </a:moveTo>
                <a:cubicBezTo>
                  <a:pt x="17875" y="1609"/>
                  <a:pt x="18989" y="3409"/>
                  <a:pt x="19824" y="5341"/>
                </a:cubicBezTo>
                <a:lnTo>
                  <a:pt x="0" y="13916"/>
                </a:lnTo>
                <a:lnTo>
                  <a:pt x="16519" y="0"/>
                </a:lnTo>
                <a:close/>
              </a:path>
            </a:pathLst>
          </a:custGeom>
          <a:noFill/>
          <a:ln w="38100" cap="flat" cmpd="sng">
            <a:solidFill>
              <a:srgbClr val="FF6600">
                <a:alpha val="100000"/>
              </a:srgbClr>
            </a:solidFill>
            <a:prstDash val="solid"/>
            <a:round/>
            <a:headEnd type="triangle" w="sm" len="lg"/>
            <a:tailEnd type="none" w="sm" len="lg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6156" name="Object 19"/>
          <p:cNvGraphicFramePr>
            <a:graphicFrameLocks noChangeAspect="1"/>
          </p:cNvGraphicFramePr>
          <p:nvPr/>
        </p:nvGraphicFramePr>
        <p:xfrm>
          <a:off x="4810125" y="2816225"/>
          <a:ext cx="3714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5" imgW="169545" imgH="137160" progId="Equation.3">
                  <p:embed/>
                </p:oleObj>
              </mc:Choice>
              <mc:Fallback>
                <p:oleObj name="" r:id="rId15" imgW="169545" imgH="13716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FF66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810125" y="2816225"/>
                        <a:ext cx="371475" cy="333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7" name="Arc 20"/>
          <p:cNvSpPr/>
          <p:nvPr/>
        </p:nvSpPr>
        <p:spPr>
          <a:xfrm>
            <a:off x="2822575" y="3103563"/>
            <a:ext cx="247650" cy="249237"/>
          </a:xfrm>
          <a:custGeom>
            <a:avLst/>
            <a:gdLst/>
            <a:ahLst/>
            <a:cxnLst>
              <a:cxn ang="0">
                <a:pos x="21627504" y="-3582"/>
              </a:cxn>
              <a:cxn ang="0">
                <a:pos x="32554235" y="59403935"/>
              </a:cxn>
              <a:cxn ang="0">
                <a:pos x="21627504" y="-3582"/>
              </a:cxn>
              <a:cxn ang="0">
                <a:pos x="32554235" y="59403935"/>
              </a:cxn>
              <a:cxn ang="0">
                <a:pos x="0" y="59403935"/>
              </a:cxn>
              <a:cxn ang="0">
                <a:pos x="21627504" y="-3582"/>
              </a:cxn>
            </a:cxnLst>
            <a:pathLst>
              <a:path w="21600" h="16144" fill="none">
                <a:moveTo>
                  <a:pt x="14350" y="-1"/>
                </a:moveTo>
                <a:cubicBezTo>
                  <a:pt x="18961" y="4098"/>
                  <a:pt x="21600" y="9974"/>
                  <a:pt x="21600" y="16144"/>
                </a:cubicBezTo>
              </a:path>
              <a:path w="21600" h="16144" stroke="0">
                <a:moveTo>
                  <a:pt x="14350" y="-1"/>
                </a:moveTo>
                <a:cubicBezTo>
                  <a:pt x="18961" y="4098"/>
                  <a:pt x="21600" y="9974"/>
                  <a:pt x="21600" y="16144"/>
                </a:cubicBezTo>
                <a:lnTo>
                  <a:pt x="0" y="16144"/>
                </a:lnTo>
                <a:lnTo>
                  <a:pt x="14350" y="-1"/>
                </a:lnTo>
                <a:close/>
              </a:path>
            </a:pathLst>
          </a:custGeom>
          <a:noFill/>
          <a:ln w="28575" cap="flat" cmpd="sng">
            <a:solidFill>
              <a:srgbClr val="9900CC">
                <a:alpha val="100000"/>
              </a:srgbClr>
            </a:solidFill>
            <a:prstDash val="solid"/>
            <a:round/>
            <a:headEnd type="none" w="sm" len="lg"/>
            <a:tailEnd type="none" w="sm" len="lg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6158" name="Object 21"/>
          <p:cNvGraphicFramePr>
            <a:graphicFrameLocks noChangeAspect="1"/>
          </p:cNvGraphicFramePr>
          <p:nvPr/>
        </p:nvGraphicFramePr>
        <p:xfrm>
          <a:off x="4889500" y="3379788"/>
          <a:ext cx="212725" cy="23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7" imgW="177800" imgH="190500" progId="Equation.3">
                  <p:embed/>
                </p:oleObj>
              </mc:Choice>
              <mc:Fallback>
                <p:oleObj name="" r:id="rId17" imgW="177800" imgH="19050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889500" y="3379788"/>
                        <a:ext cx="212725" cy="231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9" name="Object 22"/>
          <p:cNvGraphicFramePr>
            <a:graphicFrameLocks noChangeAspect="1"/>
          </p:cNvGraphicFramePr>
          <p:nvPr/>
        </p:nvGraphicFramePr>
        <p:xfrm>
          <a:off x="2773363" y="1139825"/>
          <a:ext cx="196850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9" imgW="190500" imgH="241300" progId="Equation.3">
                  <p:embed/>
                </p:oleObj>
              </mc:Choice>
              <mc:Fallback>
                <p:oleObj name="" r:id="rId19" imgW="190500" imgH="241300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773363" y="1139825"/>
                        <a:ext cx="196850" cy="249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0" name="Object 23"/>
          <p:cNvGraphicFramePr>
            <a:graphicFrameLocks noChangeAspect="1"/>
          </p:cNvGraphicFramePr>
          <p:nvPr/>
        </p:nvGraphicFramePr>
        <p:xfrm>
          <a:off x="2171700" y="3398838"/>
          <a:ext cx="441325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21" imgW="177800" imgH="203200" progId="Equation.3">
                  <p:embed/>
                </p:oleObj>
              </mc:Choice>
              <mc:Fallback>
                <p:oleObj name="" r:id="rId21" imgW="177800" imgH="20320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171700" y="3398838"/>
                        <a:ext cx="441325" cy="512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1" name="Line 24"/>
          <p:cNvSpPr/>
          <p:nvPr/>
        </p:nvSpPr>
        <p:spPr>
          <a:xfrm flipV="1">
            <a:off x="2692400" y="2235200"/>
            <a:ext cx="1397000" cy="10922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sm" len="lg"/>
            <a:tailEnd type="triangle" w="sm" len="lg"/>
          </a:ln>
        </p:spPr>
      </p:sp>
      <p:graphicFrame>
        <p:nvGraphicFramePr>
          <p:cNvPr id="6162" name="Object 25"/>
          <p:cNvGraphicFramePr>
            <a:graphicFrameLocks noChangeAspect="1"/>
          </p:cNvGraphicFramePr>
          <p:nvPr/>
        </p:nvGraphicFramePr>
        <p:xfrm>
          <a:off x="4271963" y="2195513"/>
          <a:ext cx="350837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23" imgW="169545" imgH="208915" progId="Equation.3">
                  <p:embed/>
                </p:oleObj>
              </mc:Choice>
              <mc:Fallback>
                <p:oleObj name="" r:id="rId23" imgW="169545" imgH="208915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71963" y="2195513"/>
                        <a:ext cx="350837" cy="43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3" name="AutoShape 26"/>
          <p:cNvSpPr/>
          <p:nvPr/>
        </p:nvSpPr>
        <p:spPr>
          <a:xfrm>
            <a:off x="1393825" y="2506663"/>
            <a:ext cx="1117600" cy="433387"/>
          </a:xfrm>
          <a:prstGeom prst="wedgeRectCallout">
            <a:avLst>
              <a:gd name="adj1" fmla="val 85880"/>
              <a:gd name="adj2" fmla="val 119940"/>
            </a:avLst>
          </a:prstGeom>
          <a:gradFill rotWithShape="0">
            <a:gsLst>
              <a:gs pos="0">
                <a:srgbClr val="FFF3FF"/>
              </a:gs>
              <a:gs pos="50000">
                <a:srgbClr val="FFFFFF"/>
              </a:gs>
              <a:gs pos="100000">
                <a:srgbClr val="FFF3FF"/>
              </a:gs>
            </a:gsLst>
            <a:lin ang="5400000" scaled="1"/>
            <a:tileRect/>
          </a:gradFill>
          <a:ln w="19050" cap="flat" cmpd="sng">
            <a:solidFill>
              <a:srgbClr val="9900CC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 eaLnBrk="1" hangingPunct="1"/>
            <a:endParaRPr lang="zh-CN" altLang="en-US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6164" name="Object 27"/>
          <p:cNvGraphicFramePr>
            <a:graphicFrameLocks noChangeAspect="1"/>
          </p:cNvGraphicFramePr>
          <p:nvPr/>
        </p:nvGraphicFramePr>
        <p:xfrm>
          <a:off x="1457325" y="2566988"/>
          <a:ext cx="1054100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25" imgW="673100" imgH="266700" progId="Equation.3">
                  <p:embed/>
                </p:oleObj>
              </mc:Choice>
              <mc:Fallback>
                <p:oleObj name="" r:id="rId25" imgW="673100" imgH="266700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457325" y="2566988"/>
                        <a:ext cx="1054100" cy="373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5" name="Object 28"/>
          <p:cNvGraphicFramePr>
            <a:graphicFrameLocks noChangeAspect="1"/>
          </p:cNvGraphicFramePr>
          <p:nvPr/>
        </p:nvGraphicFramePr>
        <p:xfrm>
          <a:off x="1490663" y="3962400"/>
          <a:ext cx="2471737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27" imgW="1078865" imgH="203200" progId="Equation.3">
                  <p:embed/>
                </p:oleObj>
              </mc:Choice>
              <mc:Fallback>
                <p:oleObj name="" r:id="rId27" imgW="1078865" imgH="203200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490663" y="3962400"/>
                        <a:ext cx="2471737" cy="461963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3FF"/>
                          </a:gs>
                          <a:gs pos="50000">
                            <a:srgbClr val="FFFFFF"/>
                          </a:gs>
                          <a:gs pos="100000">
                            <a:srgbClr val="FFF3FF"/>
                          </a:gs>
                        </a:gsLst>
                        <a:lin ang="5400000" scaled="1"/>
                        <a:tileRect/>
                      </a:gradFill>
                      <a:ln w="19050" cap="flat" cmpd="sng">
                        <a:solidFill>
                          <a:srgbClr val="9900CC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2" name="Group 29"/>
          <p:cNvGrpSpPr/>
          <p:nvPr/>
        </p:nvGrpSpPr>
        <p:grpSpPr>
          <a:xfrm>
            <a:off x="3055938" y="2286000"/>
            <a:ext cx="1046162" cy="1519238"/>
            <a:chOff x="1781" y="1440"/>
            <a:chExt cx="659" cy="957"/>
          </a:xfrm>
        </p:grpSpPr>
        <p:graphicFrame>
          <p:nvGraphicFramePr>
            <p:cNvPr id="6169" name="Object 30"/>
            <p:cNvGraphicFramePr>
              <a:graphicFrameLocks noChangeAspect="1"/>
            </p:cNvGraphicFramePr>
            <p:nvPr/>
          </p:nvGraphicFramePr>
          <p:xfrm>
            <a:off x="1781" y="1440"/>
            <a:ext cx="236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7" name="" r:id="rId29" imgW="130810" imgH="169545" progId="Equation.3">
                    <p:embed/>
                  </p:oleObj>
                </mc:Choice>
                <mc:Fallback>
                  <p:oleObj name="" r:id="rId29" imgW="130810" imgH="169545" progId="Equation.3">
                    <p:embed/>
                    <p:pic>
                      <p:nvPicPr>
                        <p:cNvPr id="0" name="图片 3126"/>
                        <p:cNvPicPr/>
                        <p:nvPr/>
                      </p:nvPicPr>
                      <p:blipFill>
                        <a:blip r:embed="rId30">
                          <a:clrChange>
                            <a:clrFrom>
                              <a:srgbClr val="000000"/>
                            </a:clrFrom>
                            <a:clrTo>
                              <a:srgbClr val="0099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81" y="1440"/>
                          <a:ext cx="236" cy="27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70" name="Object 31"/>
            <p:cNvGraphicFramePr>
              <a:graphicFrameLocks noChangeAspect="1"/>
            </p:cNvGraphicFramePr>
            <p:nvPr/>
          </p:nvGraphicFramePr>
          <p:xfrm>
            <a:off x="1828" y="2207"/>
            <a:ext cx="158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7" name="" r:id="rId31" imgW="130810" imgH="176530" progId="Equation.3">
                    <p:embed/>
                  </p:oleObj>
                </mc:Choice>
                <mc:Fallback>
                  <p:oleObj name="" r:id="rId31" imgW="130810" imgH="176530" progId="Equation.3">
                    <p:embed/>
                    <p:pic>
                      <p:nvPicPr>
                        <p:cNvPr id="0" name="图片 3136"/>
                        <p:cNvPicPr/>
                        <p:nvPr/>
                      </p:nvPicPr>
                      <p:blipFill>
                        <a:blip r:embed="rId32">
                          <a:clrChange>
                            <a:clrFrom>
                              <a:srgbClr val="000000"/>
                            </a:clrFrom>
                            <a:clrTo>
                              <a:srgbClr val="0099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828" y="2207"/>
                          <a:ext cx="158" cy="19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71" name="Line 32"/>
            <p:cNvSpPr/>
            <p:nvPr/>
          </p:nvSpPr>
          <p:spPr>
            <a:xfrm>
              <a:off x="1907" y="1850"/>
              <a:ext cx="0" cy="279"/>
            </a:xfrm>
            <a:prstGeom prst="line">
              <a:avLst/>
            </a:prstGeom>
            <a:ln w="19050" cap="flat" cmpd="sng">
              <a:solidFill>
                <a:srgbClr val="006600"/>
              </a:solidFill>
              <a:prstDash val="dash"/>
              <a:headEnd type="none" w="sm" len="lg"/>
              <a:tailEnd type="none" w="sm" len="lg"/>
            </a:ln>
          </p:spPr>
        </p:sp>
        <p:sp>
          <p:nvSpPr>
            <p:cNvPr id="6172" name="Line 33"/>
            <p:cNvSpPr/>
            <p:nvPr/>
          </p:nvSpPr>
          <p:spPr>
            <a:xfrm flipH="1">
              <a:off x="1891" y="1440"/>
              <a:ext cx="509" cy="39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headEnd type="none" w="sm" len="lg"/>
              <a:tailEnd type="triangle" w="sm" len="lg"/>
            </a:ln>
          </p:spPr>
        </p:sp>
        <p:sp>
          <p:nvSpPr>
            <p:cNvPr id="6173" name="Line 34"/>
            <p:cNvSpPr/>
            <p:nvPr/>
          </p:nvSpPr>
          <p:spPr>
            <a:xfrm flipH="1">
              <a:off x="1883" y="2112"/>
              <a:ext cx="557" cy="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headEnd type="none" w="sm" len="lg"/>
              <a:tailEnd type="triangle" w="sm" len="lg"/>
            </a:ln>
          </p:spPr>
        </p:sp>
      </p:grpSp>
      <p:sp>
        <p:nvSpPr>
          <p:cNvPr id="6167" name="Line 15"/>
          <p:cNvSpPr/>
          <p:nvPr/>
        </p:nvSpPr>
        <p:spPr>
          <a:xfrm flipV="1">
            <a:off x="2698750" y="1139825"/>
            <a:ext cx="0" cy="434657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sm" len="lg"/>
            <a:tailEnd type="triangle" w="sm" len="lg"/>
          </a:ln>
        </p:spPr>
      </p:sp>
      <p:sp>
        <p:nvSpPr>
          <p:cNvPr id="6168" name="Line 14"/>
          <p:cNvSpPr/>
          <p:nvPr/>
        </p:nvSpPr>
        <p:spPr>
          <a:xfrm>
            <a:off x="812800" y="3352800"/>
            <a:ext cx="41910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sm" len="lg"/>
            <a:tailEnd type="triangle" w="sm" len="lg"/>
          </a:ln>
        </p:spPr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2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12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2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211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Text Box 19"/>
          <p:cNvSpPr txBox="1">
            <a:spLocks noChangeArrowheads="1"/>
          </p:cNvSpPr>
          <p:nvPr/>
        </p:nvSpPr>
        <p:spPr bwMode="auto">
          <a:xfrm>
            <a:off x="1066800" y="838200"/>
            <a:ext cx="6858000" cy="682625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5400000" scaled="1"/>
          </a:gradFill>
          <a:ln w="12700">
            <a:solidFill>
              <a:schemeClr val="tx2"/>
            </a:solidFill>
            <a:miter lim="800000"/>
          </a:ln>
        </p:spPr>
        <p:txBody>
          <a:bodyPr>
            <a:spAutoFit/>
          </a:bodyPr>
          <a:lstStyle/>
          <a:p>
            <a:pPr marR="0" algn="ctr" defTabSz="91440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3200" kern="1200" cap="none" spc="0" normalizeH="0" baseline="0" noProof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用旋转矢量图画简谐振动的 </a:t>
            </a:r>
            <a:r>
              <a:rPr kumimoji="0" lang="zh-CN" altLang="zh-CN" sz="3200" kern="1200" cap="none" spc="0" normalizeH="0" baseline="0" noProof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</a:t>
            </a:r>
            <a:r>
              <a:rPr kumimoji="0" lang="zh-CN" altLang="en-US" sz="3200" kern="1200" cap="none" spc="0" normalizeH="0" baseline="0" noProof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图</a:t>
            </a:r>
            <a:endParaRPr kumimoji="0" lang="zh-CN" altLang="en-US" sz="3200" kern="1200" cap="none" spc="0" normalizeH="0" baseline="0" noProof="0">
              <a:solidFill>
                <a:srgbClr val="CC0000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171" name="Object 20"/>
          <p:cNvGraphicFramePr>
            <a:graphicFrameLocks noChangeAspect="1"/>
          </p:cNvGraphicFramePr>
          <p:nvPr/>
        </p:nvGraphicFramePr>
        <p:xfrm>
          <a:off x="6248400" y="1016000"/>
          <a:ext cx="990600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1" imgW="368300" imgH="177800" progId="Equation.3">
                  <p:embed/>
                </p:oleObj>
              </mc:Choice>
              <mc:Fallback>
                <p:oleObj name="" r:id="rId1" imgW="368300" imgH="177800" progId="Equation.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248400" y="1016000"/>
                        <a:ext cx="990600" cy="427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ontrols>
      <mc:AlternateContent xmlns:mc="http://schemas.openxmlformats.org/markup-compatibility/2006">
        <mc:Choice xmlns:v="urn:schemas-microsoft-com:vml" Requires="v">
          <p:control name="" r:id="rId3" imgW="7550150" imgH="4391025"/>
        </mc:Choice>
        <mc:Fallback>
          <p:control name="" r:id="rId3" imgW="7550150" imgH="4391025">
            <p:pic>
              <p:nvPicPr>
                <p:cNvPr id="7172" name="ShockwaveFlash2"/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55650" y="1628775"/>
                  <a:ext cx="7550150" cy="4391025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194" name="Group 2"/>
          <p:cNvGrpSpPr/>
          <p:nvPr/>
        </p:nvGrpSpPr>
        <p:grpSpPr>
          <a:xfrm>
            <a:off x="914400" y="858838"/>
            <a:ext cx="1371600" cy="762000"/>
            <a:chOff x="240" y="480"/>
            <a:chExt cx="1008" cy="528"/>
          </a:xfrm>
        </p:grpSpPr>
        <p:sp>
          <p:nvSpPr>
            <p:cNvPr id="8202" name="AutoShape 3"/>
            <p:cNvSpPr/>
            <p:nvPr/>
          </p:nvSpPr>
          <p:spPr>
            <a:xfrm>
              <a:off x="240" y="480"/>
              <a:ext cx="816" cy="528"/>
            </a:xfrm>
            <a:prstGeom prst="horizontalScroll">
              <a:avLst>
                <a:gd name="adj" fmla="val 125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ffectLst>
              <a:outerShdw dist="107763" dir="13499999" algn="ctr" rotWithShape="0">
                <a:srgbClr val="009900"/>
              </a:outerShdw>
            </a:effectLst>
          </p:spPr>
          <p:txBody>
            <a:bodyPr wrap="none" anchor="ctr" anchorCtr="0"/>
            <a:p>
              <a:pPr eaLnBrk="1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8203" name="Text Box 4"/>
            <p:cNvSpPr txBox="1"/>
            <p:nvPr/>
          </p:nvSpPr>
          <p:spPr>
            <a:xfrm>
              <a:off x="336" y="528"/>
              <a:ext cx="912" cy="40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 sz="3200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讨论</a:t>
              </a:r>
              <a:endParaRPr lang="zh-CN" altLang="en-US" sz="3200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8196" name="Text Box 14"/>
          <p:cNvSpPr txBox="1">
            <a:spLocks noChangeArrowheads="1"/>
          </p:cNvSpPr>
          <p:nvPr/>
        </p:nvSpPr>
        <p:spPr bwMode="auto">
          <a:xfrm>
            <a:off x="2362200" y="955675"/>
            <a:ext cx="6324600" cy="588963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2"/>
            </a:solidFill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>
                <a:srgbClr val="0000FF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kern="1200" cap="none" spc="0" normalizeH="0" baseline="0" noProof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</a:t>
            </a:r>
            <a:r>
              <a:rPr kumimoji="0" lang="zh-CN" altLang="en-US" sz="3200" kern="1200" cap="none" spc="0" normalizeH="0" baseline="0" noProof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相位差：表示两个相位之差</a:t>
            </a:r>
            <a:endParaRPr kumimoji="0" lang="zh-CN" altLang="en-US" sz="3200" kern="1200" cap="none" spc="0" normalizeH="0" baseline="0" noProof="0">
              <a:solidFill>
                <a:srgbClr val="CC0000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3" name="Text Box 19"/>
          <p:cNvSpPr txBox="1"/>
          <p:nvPr/>
        </p:nvSpPr>
        <p:spPr>
          <a:xfrm>
            <a:off x="609600" y="1620838"/>
            <a:ext cx="8001000" cy="1273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dirty="0">
                <a:solidFill>
                  <a:srgbClr val="CC0000"/>
                </a:solidFill>
                <a:latin typeface="宋体" panose="02010600030101010101" pitchFamily="2" charset="-122"/>
              </a:rPr>
              <a:t>   （</a:t>
            </a:r>
            <a:r>
              <a:rPr lang="zh-CN" altLang="en-US" sz="3200" dirty="0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3200" dirty="0">
                <a:solidFill>
                  <a:srgbClr val="CC0000"/>
                </a:solidFill>
                <a:latin typeface="宋体" panose="02010600030101010101" pitchFamily="2" charset="-122"/>
              </a:rPr>
              <a:t>）</a:t>
            </a:r>
            <a:r>
              <a:rPr lang="zh-CN" altLang="en-US" sz="3200" dirty="0">
                <a:latin typeface="宋体" panose="02010600030101010101" pitchFamily="2" charset="-122"/>
              </a:rPr>
              <a:t>对</a:t>
            </a:r>
            <a:r>
              <a:rPr lang="zh-CN" altLang="en-US" sz="3200" dirty="0">
                <a:solidFill>
                  <a:srgbClr val="CC0000"/>
                </a:solidFill>
                <a:latin typeface="宋体" panose="02010600030101010101" pitchFamily="2" charset="-122"/>
              </a:rPr>
              <a:t>同一</a:t>
            </a:r>
            <a:r>
              <a:rPr lang="zh-CN" altLang="en-US" sz="3200" dirty="0">
                <a:latin typeface="宋体" panose="02010600030101010101" pitchFamily="2" charset="-122"/>
              </a:rPr>
              <a:t>简谐振动，相位差可以给出两个运动状态间变化所需的时间．</a:t>
            </a:r>
            <a:endParaRPr lang="zh-CN" altLang="en-US" sz="3200" dirty="0">
              <a:latin typeface="宋体" panose="02010600030101010101" pitchFamily="2" charset="-122"/>
            </a:endParaRPr>
          </a:p>
        </p:txBody>
      </p:sp>
      <p:grpSp>
        <p:nvGrpSpPr>
          <p:cNvPr id="1121" name="Group 97"/>
          <p:cNvGrpSpPr/>
          <p:nvPr/>
        </p:nvGrpSpPr>
        <p:grpSpPr>
          <a:xfrm>
            <a:off x="1524000" y="3022600"/>
            <a:ext cx="6705600" cy="579438"/>
            <a:chOff x="864" y="1904"/>
            <a:chExt cx="4224" cy="365"/>
          </a:xfrm>
        </p:grpSpPr>
        <p:graphicFrame>
          <p:nvGraphicFramePr>
            <p:cNvPr id="8200" name="Object 94"/>
            <p:cNvGraphicFramePr>
              <a:graphicFrameLocks noChangeAspect="1"/>
            </p:cNvGraphicFramePr>
            <p:nvPr/>
          </p:nvGraphicFramePr>
          <p:xfrm>
            <a:off x="864" y="1920"/>
            <a:ext cx="1968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8" name="" r:id="rId1" imgW="1435100" imgH="254000" progId="Equation.3">
                    <p:embed/>
                  </p:oleObj>
                </mc:Choice>
                <mc:Fallback>
                  <p:oleObj name="" r:id="rId1" imgW="1435100" imgH="254000" progId="Equation.3">
                    <p:embed/>
                    <p:pic>
                      <p:nvPicPr>
                        <p:cNvPr id="0" name="图片 3117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864" y="1920"/>
                          <a:ext cx="1968" cy="3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01" name="Object 95"/>
            <p:cNvGraphicFramePr>
              <a:graphicFrameLocks noChangeAspect="1"/>
            </p:cNvGraphicFramePr>
            <p:nvPr/>
          </p:nvGraphicFramePr>
          <p:xfrm>
            <a:off x="3072" y="1904"/>
            <a:ext cx="2016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4" name="" r:id="rId3" imgW="1459865" imgH="254000" progId="Equation.3">
                    <p:embed/>
                  </p:oleObj>
                </mc:Choice>
                <mc:Fallback>
                  <p:oleObj name="" r:id="rId3" imgW="1459865" imgH="254000" progId="Equation.3">
                    <p:embed/>
                    <p:pic>
                      <p:nvPicPr>
                        <p:cNvPr id="0" name="图片 313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072" y="1904"/>
                          <a:ext cx="2016" cy="3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Object 20"/>
          <p:cNvGraphicFramePr>
            <a:graphicFrameLocks noChangeAspect="1"/>
          </p:cNvGraphicFramePr>
          <p:nvPr/>
        </p:nvGraphicFramePr>
        <p:xfrm>
          <a:off x="1498600" y="4724400"/>
          <a:ext cx="2805113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5" imgW="1195070" imgH="405130" progId="Equation.3">
                  <p:embed/>
                </p:oleObj>
              </mc:Choice>
              <mc:Fallback>
                <p:oleObj name="" r:id="rId5" imgW="1195070" imgH="405130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CC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98600" y="4724400"/>
                        <a:ext cx="2805113" cy="993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9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498600" y="3981450"/>
          <a:ext cx="4049713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7" imgW="1574800" imgH="215900" progId="Equation.KSEE3">
                  <p:embed/>
                </p:oleObj>
              </mc:Choice>
              <mc:Fallback>
                <p:oleObj name="" r:id="rId7" imgW="1574800" imgH="215900" progId="Equation.KSEE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98600" y="3981450"/>
                        <a:ext cx="4049713" cy="554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01770" name="Object 42"/>
          <p:cNvGraphicFramePr>
            <a:graphicFrameLocks noChangeAspect="1"/>
          </p:cNvGraphicFramePr>
          <p:nvPr/>
        </p:nvGraphicFramePr>
        <p:xfrm>
          <a:off x="1427163" y="4343400"/>
          <a:ext cx="1335087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1" imgW="609600" imgH="469900" progId="Equation.3">
                  <p:embed/>
                </p:oleObj>
              </mc:Choice>
              <mc:Fallback>
                <p:oleObj name="" r:id="rId1" imgW="609600" imgH="469900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27163" y="4343400"/>
                        <a:ext cx="1335087" cy="1028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71" name="Object 43"/>
          <p:cNvGraphicFramePr>
            <a:graphicFrameLocks noChangeAspect="1"/>
          </p:cNvGraphicFramePr>
          <p:nvPr/>
        </p:nvGraphicFramePr>
        <p:xfrm>
          <a:off x="3495675" y="4327525"/>
          <a:ext cx="305752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3" imgW="1282700" imgH="469900" progId="Equation.3">
                  <p:embed/>
                </p:oleObj>
              </mc:Choice>
              <mc:Fallback>
                <p:oleObj name="" r:id="rId3" imgW="1282700" imgH="469900" progId="Equation.3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95675" y="4327525"/>
                        <a:ext cx="3057525" cy="990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0" name="Rectangle 4"/>
          <p:cNvSpPr/>
          <p:nvPr/>
        </p:nvSpPr>
        <p:spPr>
          <a:xfrm>
            <a:off x="762000" y="990600"/>
            <a:ext cx="7924800" cy="31242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221" name="Line 7"/>
          <p:cNvSpPr/>
          <p:nvPr/>
        </p:nvSpPr>
        <p:spPr>
          <a:xfrm flipV="1">
            <a:off x="1474788" y="2503488"/>
            <a:ext cx="325755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9222" name="Line 8"/>
          <p:cNvSpPr/>
          <p:nvPr/>
        </p:nvSpPr>
        <p:spPr>
          <a:xfrm flipV="1">
            <a:off x="1466850" y="1066800"/>
            <a:ext cx="3175" cy="26670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sm" len="lg"/>
          </a:ln>
        </p:spPr>
      </p:sp>
      <p:graphicFrame>
        <p:nvGraphicFramePr>
          <p:cNvPr id="9223" name="Object 9"/>
          <p:cNvGraphicFramePr>
            <a:graphicFrameLocks noChangeAspect="1"/>
          </p:cNvGraphicFramePr>
          <p:nvPr/>
        </p:nvGraphicFramePr>
        <p:xfrm>
          <a:off x="1089025" y="1555750"/>
          <a:ext cx="222250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5" imgW="177800" imgH="190500" progId="Equation.3">
                  <p:embed/>
                </p:oleObj>
              </mc:Choice>
              <mc:Fallback>
                <p:oleObj name="" r:id="rId5" imgW="177800" imgH="190500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89025" y="1555750"/>
                        <a:ext cx="222250" cy="325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4" name="Object 11"/>
          <p:cNvGraphicFramePr>
            <a:graphicFrameLocks noChangeAspect="1"/>
          </p:cNvGraphicFramePr>
          <p:nvPr/>
        </p:nvGraphicFramePr>
        <p:xfrm>
          <a:off x="1089025" y="1033463"/>
          <a:ext cx="228600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7" imgW="139700" imgH="152400" progId="Equation.3">
                  <p:embed/>
                </p:oleObj>
              </mc:Choice>
              <mc:Fallback>
                <p:oleObj name="" r:id="rId7" imgW="139700" imgH="152400" progId="Equation.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89025" y="1033463"/>
                        <a:ext cx="228600" cy="344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5" name="Line 12"/>
          <p:cNvSpPr/>
          <p:nvPr/>
        </p:nvSpPr>
        <p:spPr>
          <a:xfrm flipH="1" flipV="1">
            <a:off x="3546475" y="1787525"/>
            <a:ext cx="0" cy="1431925"/>
          </a:xfrm>
          <a:prstGeom prst="line">
            <a:avLst/>
          </a:prstGeom>
          <a:ln w="19050" cap="flat" cmpd="sng">
            <a:solidFill>
              <a:srgbClr val="3333FF"/>
            </a:solidFill>
            <a:prstDash val="dash"/>
            <a:headEnd type="none" w="med" len="med"/>
            <a:tailEnd type="none" w="sm" len="lg"/>
          </a:ln>
        </p:spPr>
      </p:sp>
      <p:sp>
        <p:nvSpPr>
          <p:cNvPr id="9226" name="Line 13"/>
          <p:cNvSpPr/>
          <p:nvPr/>
        </p:nvSpPr>
        <p:spPr>
          <a:xfrm flipV="1">
            <a:off x="2519363" y="1787525"/>
            <a:ext cx="0" cy="1408113"/>
          </a:xfrm>
          <a:prstGeom prst="line">
            <a:avLst/>
          </a:prstGeom>
          <a:ln w="19050" cap="flat" cmpd="sng">
            <a:solidFill>
              <a:srgbClr val="3333FF"/>
            </a:solidFill>
            <a:prstDash val="dash"/>
            <a:headEnd type="none" w="med" len="med"/>
            <a:tailEnd type="none" w="sm" len="lg"/>
          </a:ln>
        </p:spPr>
      </p:sp>
      <p:graphicFrame>
        <p:nvGraphicFramePr>
          <p:cNvPr id="9227" name="Object 14"/>
          <p:cNvGraphicFramePr>
            <a:graphicFrameLocks noChangeAspect="1"/>
          </p:cNvGraphicFramePr>
          <p:nvPr/>
        </p:nvGraphicFramePr>
        <p:xfrm>
          <a:off x="914400" y="1911350"/>
          <a:ext cx="4857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9" imgW="342900" imgH="254000" progId="Equation.3">
                  <p:embed/>
                </p:oleObj>
              </mc:Choice>
              <mc:Fallback>
                <p:oleObj name="" r:id="rId9" imgW="342900" imgH="254000" progId="Equation.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14400" y="1911350"/>
                        <a:ext cx="485775" cy="422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8" name="Object 15"/>
          <p:cNvGraphicFramePr>
            <a:graphicFrameLocks noChangeAspect="1"/>
          </p:cNvGraphicFramePr>
          <p:nvPr/>
        </p:nvGraphicFramePr>
        <p:xfrm>
          <a:off x="4516438" y="2097088"/>
          <a:ext cx="195262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11" imgW="101600" imgH="177800" progId="Equation.3">
                  <p:embed/>
                </p:oleObj>
              </mc:Choice>
              <mc:Fallback>
                <p:oleObj name="" r:id="rId11" imgW="101600" imgH="17780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16438" y="2097088"/>
                        <a:ext cx="195262" cy="379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9" name="Object 16"/>
          <p:cNvGraphicFramePr>
            <a:graphicFrameLocks noChangeAspect="1"/>
          </p:cNvGraphicFramePr>
          <p:nvPr/>
        </p:nvGraphicFramePr>
        <p:xfrm>
          <a:off x="1016000" y="2362200"/>
          <a:ext cx="3841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13" imgW="139700" imgH="152400" progId="Equation.3">
                  <p:embed/>
                </p:oleObj>
              </mc:Choice>
              <mc:Fallback>
                <p:oleObj name="" r:id="rId13" imgW="139700" imgH="152400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16000" y="2362200"/>
                        <a:ext cx="384175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0" name="Object 21"/>
          <p:cNvGraphicFramePr>
            <a:graphicFrameLocks noChangeAspect="1"/>
          </p:cNvGraphicFramePr>
          <p:nvPr/>
        </p:nvGraphicFramePr>
        <p:xfrm>
          <a:off x="2187575" y="1749425"/>
          <a:ext cx="3270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15" imgW="127000" imgH="177165" progId="Equation.3">
                  <p:embed/>
                </p:oleObj>
              </mc:Choice>
              <mc:Fallback>
                <p:oleObj name="" r:id="rId15" imgW="127000" imgH="177165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187575" y="1749425"/>
                        <a:ext cx="327025" cy="460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1" name="Freeform 23"/>
          <p:cNvSpPr/>
          <p:nvPr/>
        </p:nvSpPr>
        <p:spPr>
          <a:xfrm>
            <a:off x="1470025" y="1789113"/>
            <a:ext cx="3106738" cy="1411287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2107" h="921">
                <a:moveTo>
                  <a:pt x="0" y="242"/>
                </a:moveTo>
                <a:lnTo>
                  <a:pt x="22" y="203"/>
                </a:lnTo>
                <a:lnTo>
                  <a:pt x="44" y="167"/>
                </a:lnTo>
                <a:lnTo>
                  <a:pt x="67" y="133"/>
                </a:lnTo>
                <a:lnTo>
                  <a:pt x="90" y="103"/>
                </a:lnTo>
                <a:lnTo>
                  <a:pt x="112" y="76"/>
                </a:lnTo>
                <a:lnTo>
                  <a:pt x="134" y="52"/>
                </a:lnTo>
                <a:lnTo>
                  <a:pt x="157" y="33"/>
                </a:lnTo>
                <a:lnTo>
                  <a:pt x="179" y="18"/>
                </a:lnTo>
                <a:lnTo>
                  <a:pt x="202" y="8"/>
                </a:lnTo>
                <a:lnTo>
                  <a:pt x="225" y="2"/>
                </a:lnTo>
                <a:lnTo>
                  <a:pt x="246" y="0"/>
                </a:lnTo>
                <a:lnTo>
                  <a:pt x="269" y="3"/>
                </a:lnTo>
                <a:lnTo>
                  <a:pt x="291" y="11"/>
                </a:lnTo>
                <a:lnTo>
                  <a:pt x="314" y="22"/>
                </a:lnTo>
                <a:lnTo>
                  <a:pt x="337" y="38"/>
                </a:lnTo>
                <a:lnTo>
                  <a:pt x="358" y="59"/>
                </a:lnTo>
                <a:lnTo>
                  <a:pt x="381" y="82"/>
                </a:lnTo>
                <a:lnTo>
                  <a:pt x="404" y="110"/>
                </a:lnTo>
                <a:lnTo>
                  <a:pt x="426" y="142"/>
                </a:lnTo>
                <a:lnTo>
                  <a:pt x="448" y="176"/>
                </a:lnTo>
                <a:lnTo>
                  <a:pt x="471" y="213"/>
                </a:lnTo>
                <a:lnTo>
                  <a:pt x="493" y="253"/>
                </a:lnTo>
                <a:lnTo>
                  <a:pt x="516" y="294"/>
                </a:lnTo>
                <a:lnTo>
                  <a:pt x="538" y="337"/>
                </a:lnTo>
                <a:lnTo>
                  <a:pt x="560" y="382"/>
                </a:lnTo>
                <a:lnTo>
                  <a:pt x="583" y="428"/>
                </a:lnTo>
                <a:lnTo>
                  <a:pt x="605" y="473"/>
                </a:lnTo>
                <a:lnTo>
                  <a:pt x="627" y="518"/>
                </a:lnTo>
                <a:lnTo>
                  <a:pt x="650" y="563"/>
                </a:lnTo>
                <a:lnTo>
                  <a:pt x="672" y="607"/>
                </a:lnTo>
                <a:lnTo>
                  <a:pt x="695" y="649"/>
                </a:lnTo>
                <a:lnTo>
                  <a:pt x="718" y="690"/>
                </a:lnTo>
                <a:lnTo>
                  <a:pt x="739" y="728"/>
                </a:lnTo>
                <a:lnTo>
                  <a:pt x="762" y="764"/>
                </a:lnTo>
                <a:lnTo>
                  <a:pt x="784" y="796"/>
                </a:lnTo>
                <a:lnTo>
                  <a:pt x="807" y="826"/>
                </a:lnTo>
                <a:lnTo>
                  <a:pt x="830" y="852"/>
                </a:lnTo>
                <a:lnTo>
                  <a:pt x="851" y="874"/>
                </a:lnTo>
                <a:lnTo>
                  <a:pt x="874" y="893"/>
                </a:lnTo>
                <a:lnTo>
                  <a:pt x="897" y="906"/>
                </a:lnTo>
                <a:lnTo>
                  <a:pt x="919" y="915"/>
                </a:lnTo>
                <a:lnTo>
                  <a:pt x="942" y="920"/>
                </a:lnTo>
                <a:lnTo>
                  <a:pt x="964" y="921"/>
                </a:lnTo>
                <a:lnTo>
                  <a:pt x="986" y="917"/>
                </a:lnTo>
                <a:lnTo>
                  <a:pt x="1009" y="909"/>
                </a:lnTo>
                <a:lnTo>
                  <a:pt x="1031" y="895"/>
                </a:lnTo>
                <a:lnTo>
                  <a:pt x="1053" y="879"/>
                </a:lnTo>
                <a:lnTo>
                  <a:pt x="1076" y="857"/>
                </a:lnTo>
                <a:lnTo>
                  <a:pt x="1098" y="831"/>
                </a:lnTo>
                <a:lnTo>
                  <a:pt x="1121" y="803"/>
                </a:lnTo>
                <a:lnTo>
                  <a:pt x="1143" y="771"/>
                </a:lnTo>
                <a:lnTo>
                  <a:pt x="1165" y="736"/>
                </a:lnTo>
                <a:lnTo>
                  <a:pt x="1188" y="698"/>
                </a:lnTo>
                <a:lnTo>
                  <a:pt x="1211" y="658"/>
                </a:lnTo>
                <a:lnTo>
                  <a:pt x="1232" y="616"/>
                </a:lnTo>
                <a:lnTo>
                  <a:pt x="1255" y="573"/>
                </a:lnTo>
                <a:lnTo>
                  <a:pt x="1277" y="527"/>
                </a:lnTo>
                <a:lnTo>
                  <a:pt x="1300" y="482"/>
                </a:lnTo>
                <a:lnTo>
                  <a:pt x="1323" y="436"/>
                </a:lnTo>
                <a:lnTo>
                  <a:pt x="1344" y="391"/>
                </a:lnTo>
                <a:lnTo>
                  <a:pt x="1367" y="346"/>
                </a:lnTo>
                <a:lnTo>
                  <a:pt x="1390" y="303"/>
                </a:lnTo>
                <a:lnTo>
                  <a:pt x="1412" y="261"/>
                </a:lnTo>
                <a:lnTo>
                  <a:pt x="1435" y="221"/>
                </a:lnTo>
                <a:lnTo>
                  <a:pt x="1457" y="183"/>
                </a:lnTo>
                <a:lnTo>
                  <a:pt x="1479" y="149"/>
                </a:lnTo>
                <a:lnTo>
                  <a:pt x="1502" y="117"/>
                </a:lnTo>
                <a:lnTo>
                  <a:pt x="1524" y="87"/>
                </a:lnTo>
                <a:lnTo>
                  <a:pt x="1547" y="63"/>
                </a:lnTo>
                <a:lnTo>
                  <a:pt x="1569" y="42"/>
                </a:lnTo>
                <a:lnTo>
                  <a:pt x="1591" y="25"/>
                </a:lnTo>
                <a:lnTo>
                  <a:pt x="1614" y="13"/>
                </a:lnTo>
                <a:lnTo>
                  <a:pt x="1637" y="4"/>
                </a:lnTo>
                <a:lnTo>
                  <a:pt x="1658" y="0"/>
                </a:lnTo>
                <a:lnTo>
                  <a:pt x="1681" y="1"/>
                </a:lnTo>
                <a:lnTo>
                  <a:pt x="1704" y="6"/>
                </a:lnTo>
                <a:lnTo>
                  <a:pt x="1726" y="16"/>
                </a:lnTo>
                <a:lnTo>
                  <a:pt x="1748" y="30"/>
                </a:lnTo>
                <a:lnTo>
                  <a:pt x="1770" y="48"/>
                </a:lnTo>
                <a:lnTo>
                  <a:pt x="1793" y="71"/>
                </a:lnTo>
                <a:lnTo>
                  <a:pt x="1816" y="96"/>
                </a:lnTo>
                <a:lnTo>
                  <a:pt x="1837" y="126"/>
                </a:lnTo>
                <a:lnTo>
                  <a:pt x="1860" y="159"/>
                </a:lnTo>
                <a:lnTo>
                  <a:pt x="1883" y="195"/>
                </a:lnTo>
                <a:lnTo>
                  <a:pt x="1905" y="234"/>
                </a:lnTo>
                <a:lnTo>
                  <a:pt x="1928" y="274"/>
                </a:lnTo>
                <a:lnTo>
                  <a:pt x="1951" y="316"/>
                </a:lnTo>
                <a:lnTo>
                  <a:pt x="1972" y="360"/>
                </a:lnTo>
                <a:lnTo>
                  <a:pt x="1995" y="405"/>
                </a:lnTo>
                <a:lnTo>
                  <a:pt x="2017" y="451"/>
                </a:lnTo>
                <a:lnTo>
                  <a:pt x="2040" y="497"/>
                </a:lnTo>
                <a:lnTo>
                  <a:pt x="2062" y="541"/>
                </a:lnTo>
                <a:lnTo>
                  <a:pt x="2084" y="586"/>
                </a:lnTo>
                <a:lnTo>
                  <a:pt x="2107" y="629"/>
                </a:lnTo>
              </a:path>
            </a:pathLst>
          </a:custGeom>
          <a:noFill/>
          <a:ln w="38100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9232" name="Group 24"/>
          <p:cNvGrpSpPr/>
          <p:nvPr/>
        </p:nvGrpSpPr>
        <p:grpSpPr>
          <a:xfrm>
            <a:off x="1470025" y="1787525"/>
            <a:ext cx="2997200" cy="1431925"/>
            <a:chOff x="752" y="2662"/>
            <a:chExt cx="2001" cy="902"/>
          </a:xfrm>
        </p:grpSpPr>
        <p:sp>
          <p:nvSpPr>
            <p:cNvPr id="9264" name="Line 25"/>
            <p:cNvSpPr/>
            <p:nvPr/>
          </p:nvSpPr>
          <p:spPr>
            <a:xfrm flipH="1" flipV="1">
              <a:off x="752" y="2662"/>
              <a:ext cx="1984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9265" name="Line 26"/>
            <p:cNvSpPr/>
            <p:nvPr/>
          </p:nvSpPr>
          <p:spPr>
            <a:xfrm flipH="1" flipV="1">
              <a:off x="766" y="3564"/>
              <a:ext cx="1987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9266" name="Line 27"/>
            <p:cNvSpPr/>
            <p:nvPr/>
          </p:nvSpPr>
          <p:spPr>
            <a:xfrm flipV="1">
              <a:off x="766" y="2880"/>
              <a:ext cx="1970" cy="7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dash"/>
              <a:headEnd type="none" w="med" len="med"/>
              <a:tailEnd type="none" w="sm" len="lg"/>
            </a:ln>
          </p:spPr>
        </p:sp>
      </p:grpSp>
      <p:sp>
        <p:nvSpPr>
          <p:cNvPr id="9233" name="Oval 22"/>
          <p:cNvSpPr/>
          <p:nvPr/>
        </p:nvSpPr>
        <p:spPr>
          <a:xfrm>
            <a:off x="2130425" y="2117725"/>
            <a:ext cx="92075" cy="92075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9234" name="Group 17"/>
          <p:cNvGrpSpPr/>
          <p:nvPr/>
        </p:nvGrpSpPr>
        <p:grpSpPr>
          <a:xfrm>
            <a:off x="1752600" y="1371600"/>
            <a:ext cx="304800" cy="457200"/>
            <a:chOff x="912" y="2160"/>
            <a:chExt cx="302" cy="384"/>
          </a:xfrm>
        </p:grpSpPr>
        <p:graphicFrame>
          <p:nvGraphicFramePr>
            <p:cNvPr id="9262" name="Object 18"/>
            <p:cNvGraphicFramePr>
              <a:graphicFrameLocks noChangeAspect="1"/>
            </p:cNvGraphicFramePr>
            <p:nvPr/>
          </p:nvGraphicFramePr>
          <p:xfrm>
            <a:off x="912" y="2160"/>
            <a:ext cx="302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3" name="" r:id="rId17" imgW="127000" imgH="139700" progId="Equation.3">
                    <p:embed/>
                  </p:oleObj>
                </mc:Choice>
                <mc:Fallback>
                  <p:oleObj name="" r:id="rId17" imgW="127000" imgH="139700" progId="Equation.3">
                    <p:embed/>
                    <p:pic>
                      <p:nvPicPr>
                        <p:cNvPr id="0" name="图片 3122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912" y="2160"/>
                          <a:ext cx="302" cy="3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63" name="Oval 19"/>
            <p:cNvSpPr/>
            <p:nvPr/>
          </p:nvSpPr>
          <p:spPr>
            <a:xfrm>
              <a:off x="983" y="2471"/>
              <a:ext cx="73" cy="73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1" name="Group 36"/>
          <p:cNvGrpSpPr/>
          <p:nvPr/>
        </p:nvGrpSpPr>
        <p:grpSpPr>
          <a:xfrm>
            <a:off x="6705600" y="2425700"/>
            <a:ext cx="1066800" cy="533400"/>
            <a:chOff x="4320" y="2928"/>
            <a:chExt cx="672" cy="336"/>
          </a:xfrm>
        </p:grpSpPr>
        <p:sp>
          <p:nvSpPr>
            <p:cNvPr id="9260" name="Line 37"/>
            <p:cNvSpPr/>
            <p:nvPr/>
          </p:nvSpPr>
          <p:spPr>
            <a:xfrm>
              <a:off x="4320" y="2976"/>
              <a:ext cx="672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triangle" w="sm" len="lg"/>
            </a:ln>
          </p:spPr>
        </p:sp>
        <p:graphicFrame>
          <p:nvGraphicFramePr>
            <p:cNvPr id="9261" name="Object 38"/>
            <p:cNvGraphicFramePr>
              <a:graphicFrameLocks noChangeAspect="1"/>
            </p:cNvGraphicFramePr>
            <p:nvPr/>
          </p:nvGraphicFramePr>
          <p:xfrm>
            <a:off x="4676" y="2928"/>
            <a:ext cx="22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5" name="" r:id="rId19" imgW="150495" imgH="280670" progId="Equation.3">
                    <p:embed/>
                  </p:oleObj>
                </mc:Choice>
                <mc:Fallback>
                  <p:oleObj name="" r:id="rId19" imgW="150495" imgH="280670" progId="Equation.3">
                    <p:embed/>
                    <p:pic>
                      <p:nvPicPr>
                        <p:cNvPr id="0" name="图片 3124"/>
                        <p:cNvPicPr/>
                        <p:nvPr/>
                      </p:nvPicPr>
                      <p:blipFill>
                        <a:blip r:embed="rId20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676" y="2928"/>
                          <a:ext cx="220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4" name="Group 60"/>
          <p:cNvGrpSpPr/>
          <p:nvPr/>
        </p:nvGrpSpPr>
        <p:grpSpPr>
          <a:xfrm>
            <a:off x="6858000" y="1905000"/>
            <a:ext cx="603250" cy="609600"/>
            <a:chOff x="4320" y="1200"/>
            <a:chExt cx="380" cy="384"/>
          </a:xfrm>
        </p:grpSpPr>
        <p:graphicFrame>
          <p:nvGraphicFramePr>
            <p:cNvPr id="9258" name="Object 45"/>
            <p:cNvGraphicFramePr>
              <a:graphicFrameLocks noChangeAspect="1"/>
            </p:cNvGraphicFramePr>
            <p:nvPr/>
          </p:nvGraphicFramePr>
          <p:xfrm>
            <a:off x="4320" y="1200"/>
            <a:ext cx="380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6" name="" r:id="rId21" imgW="189230" imgH="150495" progId="Equation.3">
                    <p:embed/>
                  </p:oleObj>
                </mc:Choice>
                <mc:Fallback>
                  <p:oleObj name="" r:id="rId21" imgW="189230" imgH="150495" progId="Equation.3">
                    <p:embed/>
                    <p:pic>
                      <p:nvPicPr>
                        <p:cNvPr id="0" name="图片 3125"/>
                        <p:cNvPicPr/>
                        <p:nvPr/>
                      </p:nvPicPr>
                      <p:blipFill>
                        <a:blip r:embed="rId22">
                          <a:clrChange>
                            <a:clrFrom>
                              <a:srgbClr val="000000"/>
                            </a:clrFrom>
                            <a:clrTo>
                              <a:srgbClr val="0099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320" y="1200"/>
                          <a:ext cx="380" cy="3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59" name="Freeform 46"/>
            <p:cNvSpPr/>
            <p:nvPr/>
          </p:nvSpPr>
          <p:spPr>
            <a:xfrm>
              <a:off x="4320" y="1405"/>
              <a:ext cx="96" cy="1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9" y="39"/>
                </a:cxn>
                <a:cxn ang="0">
                  <a:pos x="43" y="156"/>
                </a:cxn>
              </a:cxnLst>
              <a:pathLst>
                <a:path w="144" h="192">
                  <a:moveTo>
                    <a:pt x="0" y="0"/>
                  </a:moveTo>
                  <a:cubicBezTo>
                    <a:pt x="36" y="8"/>
                    <a:pt x="72" y="16"/>
                    <a:pt x="96" y="48"/>
                  </a:cubicBezTo>
                  <a:cubicBezTo>
                    <a:pt x="120" y="80"/>
                    <a:pt x="136" y="168"/>
                    <a:pt x="144" y="192"/>
                  </a:cubicBezTo>
                </a:path>
              </a:pathLst>
            </a:custGeom>
            <a:noFill/>
            <a:ln w="28575" cap="flat" cmpd="sng">
              <a:solidFill>
                <a:srgbClr val="009900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77" name="Group 50"/>
          <p:cNvGrpSpPr/>
          <p:nvPr/>
        </p:nvGrpSpPr>
        <p:grpSpPr>
          <a:xfrm>
            <a:off x="6781800" y="1600200"/>
            <a:ext cx="381000" cy="1752600"/>
            <a:chOff x="4390" y="2400"/>
            <a:chExt cx="240" cy="1104"/>
          </a:xfrm>
        </p:grpSpPr>
        <p:sp>
          <p:nvSpPr>
            <p:cNvPr id="9256" name="Line 51"/>
            <p:cNvSpPr/>
            <p:nvPr/>
          </p:nvSpPr>
          <p:spPr>
            <a:xfrm>
              <a:off x="4630" y="2400"/>
              <a:ext cx="0" cy="1104"/>
            </a:xfrm>
            <a:prstGeom prst="line">
              <a:avLst/>
            </a:prstGeom>
            <a:ln w="19050" cap="flat" cmpd="sng">
              <a:solidFill>
                <a:srgbClr val="9900CC"/>
              </a:solidFill>
              <a:prstDash val="sysDot"/>
              <a:headEnd type="none" w="med" len="med"/>
              <a:tailEnd type="none" w="sm" len="lg"/>
            </a:ln>
          </p:spPr>
        </p:sp>
        <p:graphicFrame>
          <p:nvGraphicFramePr>
            <p:cNvPr id="9257" name="Object 52"/>
            <p:cNvGraphicFramePr>
              <a:graphicFrameLocks noChangeAspect="1"/>
            </p:cNvGraphicFramePr>
            <p:nvPr/>
          </p:nvGraphicFramePr>
          <p:xfrm>
            <a:off x="4390" y="2976"/>
            <a:ext cx="208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8" name="" r:id="rId23" imgW="189230" imgH="542290" progId="Equation.3">
                    <p:embed/>
                  </p:oleObj>
                </mc:Choice>
                <mc:Fallback>
                  <p:oleObj name="" r:id="rId23" imgW="189230" imgH="542290" progId="Equation.3">
                    <p:embed/>
                    <p:pic>
                      <p:nvPicPr>
                        <p:cNvPr id="0" name="图片 3127"/>
                        <p:cNvPicPr/>
                        <p:nvPr/>
                      </p:nvPicPr>
                      <p:blipFill>
                        <a:blip r:embed="rId24">
                          <a:clrChange>
                            <a:clrFrom>
                              <a:srgbClr val="000000"/>
                            </a:clrFrom>
                            <a:clrTo>
                              <a:srgbClr val="9900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390" y="2976"/>
                          <a:ext cx="208" cy="5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0" name="Group 47"/>
          <p:cNvGrpSpPr/>
          <p:nvPr/>
        </p:nvGrpSpPr>
        <p:grpSpPr>
          <a:xfrm>
            <a:off x="1955800" y="2200275"/>
            <a:ext cx="393700" cy="1050925"/>
            <a:chOff x="1104" y="2736"/>
            <a:chExt cx="248" cy="734"/>
          </a:xfrm>
        </p:grpSpPr>
        <p:sp>
          <p:nvSpPr>
            <p:cNvPr id="9254" name="Line 48"/>
            <p:cNvSpPr/>
            <p:nvPr/>
          </p:nvSpPr>
          <p:spPr>
            <a:xfrm>
              <a:off x="1248" y="2736"/>
              <a:ext cx="0" cy="432"/>
            </a:xfrm>
            <a:prstGeom prst="line">
              <a:avLst/>
            </a:prstGeom>
            <a:ln w="38100" cap="flat" cmpd="sng">
              <a:solidFill>
                <a:srgbClr val="CC0099"/>
              </a:solidFill>
              <a:prstDash val="solid"/>
              <a:headEnd type="none" w="med" len="med"/>
              <a:tailEnd type="triangle" w="sm" len="lg"/>
            </a:ln>
          </p:spPr>
        </p:sp>
        <p:graphicFrame>
          <p:nvGraphicFramePr>
            <p:cNvPr id="9255" name="Object 49"/>
            <p:cNvGraphicFramePr>
              <a:graphicFrameLocks noChangeAspect="1"/>
            </p:cNvGraphicFramePr>
            <p:nvPr/>
          </p:nvGraphicFramePr>
          <p:xfrm>
            <a:off x="1104" y="3120"/>
            <a:ext cx="248" cy="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9" name="" r:id="rId25" imgW="127000" imgH="177165" progId="Equation.3">
                    <p:embed/>
                  </p:oleObj>
                </mc:Choice>
                <mc:Fallback>
                  <p:oleObj name="" r:id="rId25" imgW="127000" imgH="177165" progId="Equation.3">
                    <p:embed/>
                    <p:pic>
                      <p:nvPicPr>
                        <p:cNvPr id="0" name="图片 3128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104" y="3120"/>
                          <a:ext cx="248" cy="3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239" name="Object 62"/>
          <p:cNvGraphicFramePr>
            <a:graphicFrameLocks noChangeAspect="1"/>
          </p:cNvGraphicFramePr>
          <p:nvPr/>
        </p:nvGraphicFramePr>
        <p:xfrm>
          <a:off x="914400" y="3048000"/>
          <a:ext cx="381000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27" imgW="304800" imgH="190500" progId="Equation.3">
                  <p:embed/>
                </p:oleObj>
              </mc:Choice>
              <mc:Fallback>
                <p:oleObj name="" r:id="rId27" imgW="304800" imgH="190500" progId="Equation.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914400" y="3048000"/>
                        <a:ext cx="381000" cy="325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4" name="Group 64"/>
          <p:cNvGrpSpPr/>
          <p:nvPr/>
        </p:nvGrpSpPr>
        <p:grpSpPr>
          <a:xfrm>
            <a:off x="4960938" y="1066800"/>
            <a:ext cx="3563937" cy="2819400"/>
            <a:chOff x="3125" y="672"/>
            <a:chExt cx="2245" cy="1776"/>
          </a:xfrm>
        </p:grpSpPr>
        <p:sp>
          <p:nvSpPr>
            <p:cNvPr id="9247" name="Oval 29"/>
            <p:cNvSpPr/>
            <p:nvPr/>
          </p:nvSpPr>
          <p:spPr>
            <a:xfrm>
              <a:off x="3610" y="932"/>
              <a:ext cx="1254" cy="1256"/>
            </a:xfrm>
            <a:prstGeom prst="ellipse">
              <a:avLst/>
            </a:prstGeom>
            <a:noFill/>
            <a:ln w="28575" cap="flat" cmpd="sng">
              <a:solidFill>
                <a:srgbClr val="3333FF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9248" name="Line 31"/>
            <p:cNvSpPr/>
            <p:nvPr/>
          </p:nvSpPr>
          <p:spPr>
            <a:xfrm>
              <a:off x="4215" y="672"/>
              <a:ext cx="0" cy="17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sm" len="lg"/>
            </a:ln>
          </p:spPr>
        </p:sp>
        <p:graphicFrame>
          <p:nvGraphicFramePr>
            <p:cNvPr id="9249" name="Object 32"/>
            <p:cNvGraphicFramePr>
              <a:graphicFrameLocks noChangeAspect="1"/>
            </p:cNvGraphicFramePr>
            <p:nvPr/>
          </p:nvGraphicFramePr>
          <p:xfrm>
            <a:off x="5230" y="1609"/>
            <a:ext cx="140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9" name="" r:id="rId29" imgW="139700" imgH="152400" progId="Equation.3">
                    <p:embed/>
                  </p:oleObj>
                </mc:Choice>
                <mc:Fallback>
                  <p:oleObj name="" r:id="rId29" imgW="139700" imgH="152400" progId="Equation.3">
                    <p:embed/>
                    <p:pic>
                      <p:nvPicPr>
                        <p:cNvPr id="0" name="图片 313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230" y="1609"/>
                          <a:ext cx="140" cy="1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50" name="Object 34"/>
            <p:cNvGraphicFramePr>
              <a:graphicFrameLocks noChangeAspect="1"/>
            </p:cNvGraphicFramePr>
            <p:nvPr/>
          </p:nvGraphicFramePr>
          <p:xfrm>
            <a:off x="3125" y="1560"/>
            <a:ext cx="379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0" name="" r:id="rId30" imgW="248285" imgH="137160" progId="Equation.3">
                    <p:embed/>
                  </p:oleObj>
                </mc:Choice>
                <mc:Fallback>
                  <p:oleObj name="" r:id="rId30" imgW="248285" imgH="137160" progId="Equation.3">
                    <p:embed/>
                    <p:pic>
                      <p:nvPicPr>
                        <p:cNvPr id="0" name="图片 3139"/>
                        <p:cNvPicPr/>
                        <p:nvPr/>
                      </p:nvPicPr>
                      <p:blipFill>
                        <a:blip r:embed="rId31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125" y="1560"/>
                          <a:ext cx="379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51" name="Object 35"/>
            <p:cNvGraphicFramePr>
              <a:graphicFrameLocks noChangeAspect="1"/>
            </p:cNvGraphicFramePr>
            <p:nvPr/>
          </p:nvGraphicFramePr>
          <p:xfrm>
            <a:off x="3939" y="1609"/>
            <a:ext cx="281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1" name="" r:id="rId32" imgW="127000" imgH="139700" progId="Equation.3">
                    <p:embed/>
                  </p:oleObj>
                </mc:Choice>
                <mc:Fallback>
                  <p:oleObj name="" r:id="rId32" imgW="127000" imgH="139700" progId="Equation.3">
                    <p:embed/>
                    <p:pic>
                      <p:nvPicPr>
                        <p:cNvPr id="0" name="图片 3140"/>
                        <p:cNvPicPr/>
                        <p:nvPr/>
                      </p:nvPicPr>
                      <p:blipFill>
                        <a:blip r:embed="rId33"/>
                        <a:stretch>
                          <a:fillRect/>
                        </a:stretch>
                      </p:blipFill>
                      <p:spPr>
                        <a:xfrm>
                          <a:off x="3939" y="1609"/>
                          <a:ext cx="281" cy="3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52" name="Line 58"/>
            <p:cNvSpPr/>
            <p:nvPr/>
          </p:nvSpPr>
          <p:spPr>
            <a:xfrm>
              <a:off x="3312" y="1576"/>
              <a:ext cx="20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graphicFrame>
          <p:nvGraphicFramePr>
            <p:cNvPr id="9253" name="Object 63"/>
            <p:cNvGraphicFramePr>
              <a:graphicFrameLocks noChangeAspect="1"/>
            </p:cNvGraphicFramePr>
            <p:nvPr/>
          </p:nvGraphicFramePr>
          <p:xfrm>
            <a:off x="4848" y="1568"/>
            <a:ext cx="22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8" name="" r:id="rId34" imgW="130810" imgH="137160" progId="Equation.3">
                    <p:embed/>
                  </p:oleObj>
                </mc:Choice>
                <mc:Fallback>
                  <p:oleObj name="" r:id="rId34" imgW="130810" imgH="137160" progId="Equation.3">
                    <p:embed/>
                    <p:pic>
                      <p:nvPicPr>
                        <p:cNvPr id="0" name="图片 3137"/>
                        <p:cNvPicPr/>
                        <p:nvPr/>
                      </p:nvPicPr>
                      <p:blipFill>
                        <a:blip r:embed="rId35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848" y="1568"/>
                          <a:ext cx="221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2" name="Group 67"/>
          <p:cNvGrpSpPr/>
          <p:nvPr/>
        </p:nvGrpSpPr>
        <p:grpSpPr>
          <a:xfrm>
            <a:off x="6705600" y="1206500"/>
            <a:ext cx="1327150" cy="1295400"/>
            <a:chOff x="4224" y="760"/>
            <a:chExt cx="836" cy="816"/>
          </a:xfrm>
        </p:grpSpPr>
        <p:sp>
          <p:nvSpPr>
            <p:cNvPr id="9242" name="Freeform 40"/>
            <p:cNvSpPr/>
            <p:nvPr/>
          </p:nvSpPr>
          <p:spPr>
            <a:xfrm>
              <a:off x="4944" y="1152"/>
              <a:ext cx="56" cy="240"/>
            </a:xfrm>
            <a:custGeom>
              <a:avLst/>
              <a:gdLst/>
              <a:ahLst/>
              <a:cxnLst>
                <a:cxn ang="0">
                  <a:pos x="48" y="240"/>
                </a:cxn>
                <a:cxn ang="0">
                  <a:pos x="48" y="144"/>
                </a:cxn>
                <a:cxn ang="0">
                  <a:pos x="0" y="0"/>
                </a:cxn>
              </a:cxnLst>
              <a:pathLst>
                <a:path w="56" h="240">
                  <a:moveTo>
                    <a:pt x="48" y="240"/>
                  </a:moveTo>
                  <a:cubicBezTo>
                    <a:pt x="52" y="212"/>
                    <a:pt x="56" y="184"/>
                    <a:pt x="48" y="144"/>
                  </a:cubicBezTo>
                  <a:cubicBezTo>
                    <a:pt x="40" y="104"/>
                    <a:pt x="8" y="24"/>
                    <a:pt x="0" y="0"/>
                  </a:cubicBezTo>
                </a:path>
              </a:pathLst>
            </a:custGeom>
            <a:noFill/>
            <a:ln w="28575" cap="flat" cmpd="sng">
              <a:solidFill>
                <a:srgbClr val="FF0066">
                  <a:alpha val="100000"/>
                </a:srgbClr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9243" name="Group 53"/>
            <p:cNvGrpSpPr/>
            <p:nvPr/>
          </p:nvGrpSpPr>
          <p:grpSpPr>
            <a:xfrm>
              <a:off x="4224" y="760"/>
              <a:ext cx="528" cy="816"/>
              <a:chOff x="4320" y="2256"/>
              <a:chExt cx="559" cy="864"/>
            </a:xfrm>
          </p:grpSpPr>
          <p:sp>
            <p:nvSpPr>
              <p:cNvPr id="9245" name="Line 54"/>
              <p:cNvSpPr/>
              <p:nvPr/>
            </p:nvSpPr>
            <p:spPr>
              <a:xfrm flipV="1">
                <a:off x="4320" y="2506"/>
                <a:ext cx="308" cy="614"/>
              </a:xfrm>
              <a:prstGeom prst="line">
                <a:avLst/>
              </a:prstGeom>
              <a:ln w="38100" cap="flat" cmpd="sng">
                <a:solidFill>
                  <a:srgbClr val="9900CC"/>
                </a:solidFill>
                <a:prstDash val="solid"/>
                <a:headEnd type="none" w="med" len="med"/>
                <a:tailEnd type="triangle" w="sm" len="lg"/>
              </a:ln>
            </p:spPr>
          </p:sp>
          <p:graphicFrame>
            <p:nvGraphicFramePr>
              <p:cNvPr id="9246" name="Object 55"/>
              <p:cNvGraphicFramePr>
                <a:graphicFrameLocks noChangeAspect="1"/>
              </p:cNvGraphicFramePr>
              <p:nvPr/>
            </p:nvGraphicFramePr>
            <p:xfrm>
              <a:off x="4656" y="2256"/>
              <a:ext cx="223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6" name="" r:id="rId36" imgW="143510" imgH="280670" progId="Equation.3">
                      <p:embed/>
                    </p:oleObj>
                  </mc:Choice>
                  <mc:Fallback>
                    <p:oleObj name="" r:id="rId36" imgW="143510" imgH="280670" progId="Equation.3">
                      <p:embed/>
                      <p:pic>
                        <p:nvPicPr>
                          <p:cNvPr id="0" name="图片 3145"/>
                          <p:cNvPicPr/>
                          <p:nvPr/>
                        </p:nvPicPr>
                        <p:blipFill>
                          <a:blip r:embed="rId37">
                            <a:clrChange>
                              <a:clrFrom>
                                <a:srgbClr val="000000"/>
                              </a:clrFrom>
                              <a:clrTo>
                                <a:srgbClr val="9900CC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656" y="2256"/>
                            <a:ext cx="223" cy="38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9244" name="Object 66"/>
            <p:cNvGraphicFramePr>
              <a:graphicFrameLocks noChangeAspect="1"/>
            </p:cNvGraphicFramePr>
            <p:nvPr/>
          </p:nvGraphicFramePr>
          <p:xfrm>
            <a:off x="4785" y="890"/>
            <a:ext cx="275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9" name="" r:id="rId38" imgW="152400" imgH="139700" progId="Equation.3">
                    <p:embed/>
                  </p:oleObj>
                </mc:Choice>
                <mc:Fallback>
                  <p:oleObj name="" r:id="rId38" imgW="152400" imgH="139700" progId="Equation.3">
                    <p:embed/>
                    <p:pic>
                      <p:nvPicPr>
                        <p:cNvPr id="0" name="图片 3148"/>
                        <p:cNvPicPr/>
                        <p:nvPr/>
                      </p:nvPicPr>
                      <p:blipFill>
                        <a:blip r:embed="rId39"/>
                        <a:stretch>
                          <a:fillRect/>
                        </a:stretch>
                      </p:blipFill>
                      <p:spPr>
                        <a:xfrm>
                          <a:off x="4785" y="890"/>
                          <a:ext cx="275" cy="2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01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01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Text Box 2"/>
          <p:cNvSpPr txBox="1"/>
          <p:nvPr/>
        </p:nvSpPr>
        <p:spPr>
          <a:xfrm>
            <a:off x="633413" y="838200"/>
            <a:ext cx="8205787" cy="18637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dirty="0">
                <a:solidFill>
                  <a:srgbClr val="CC0000"/>
                </a:solidFill>
                <a:latin typeface="宋体" panose="02010600030101010101" pitchFamily="2" charset="-122"/>
              </a:rPr>
              <a:t>   （</a:t>
            </a:r>
            <a:r>
              <a:rPr lang="zh-CN" altLang="en-US" sz="3200" dirty="0">
                <a:solidFill>
                  <a:srgbClr val="CC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3200" dirty="0">
                <a:solidFill>
                  <a:srgbClr val="CC0000"/>
                </a:solidFill>
                <a:latin typeface="宋体" panose="02010600030101010101" pitchFamily="2" charset="-122"/>
              </a:rPr>
              <a:t>）</a:t>
            </a:r>
            <a:r>
              <a:rPr lang="zh-CN" altLang="en-US" sz="3200" dirty="0">
                <a:latin typeface="宋体" panose="02010600030101010101" pitchFamily="2" charset="-122"/>
              </a:rPr>
              <a:t>对于两个</a:t>
            </a:r>
            <a:r>
              <a:rPr lang="zh-CN" altLang="en-US" sz="3200" dirty="0">
                <a:solidFill>
                  <a:srgbClr val="CC0000"/>
                </a:solidFill>
                <a:latin typeface="宋体" panose="02010600030101010101" pitchFamily="2" charset="-122"/>
              </a:rPr>
              <a:t>同</a:t>
            </a:r>
            <a:r>
              <a:rPr lang="zh-CN" altLang="en-US" sz="3200" dirty="0">
                <a:solidFill>
                  <a:srgbClr val="010000"/>
                </a:solidFill>
                <a:latin typeface="宋体" panose="02010600030101010101" pitchFamily="2" charset="-122"/>
              </a:rPr>
              <a:t>频率</a:t>
            </a:r>
            <a:r>
              <a:rPr lang="zh-CN" altLang="en-US" sz="3200" dirty="0">
                <a:latin typeface="宋体" panose="02010600030101010101" pitchFamily="2" charset="-122"/>
              </a:rPr>
              <a:t>的简谐振动，相位差表示它们间</a:t>
            </a:r>
            <a:r>
              <a:rPr lang="zh-CN" altLang="en-US" sz="3200" dirty="0">
                <a:solidFill>
                  <a:srgbClr val="CC0000"/>
                </a:solidFill>
                <a:latin typeface="宋体" panose="02010600030101010101" pitchFamily="2" charset="-122"/>
              </a:rPr>
              <a:t>步调</a:t>
            </a:r>
            <a:r>
              <a:rPr lang="zh-CN" altLang="en-US" sz="3200" dirty="0">
                <a:latin typeface="宋体" panose="02010600030101010101" pitchFamily="2" charset="-122"/>
              </a:rPr>
              <a:t>上的</a:t>
            </a:r>
            <a:r>
              <a:rPr lang="zh-CN" altLang="en-US" sz="3200" dirty="0">
                <a:solidFill>
                  <a:srgbClr val="CC0000"/>
                </a:solidFill>
                <a:latin typeface="宋体" panose="02010600030101010101" pitchFamily="2" charset="-122"/>
              </a:rPr>
              <a:t>差异</a:t>
            </a:r>
            <a:r>
              <a:rPr lang="zh-CN" altLang="en-US" sz="3200" dirty="0">
                <a:latin typeface="宋体" panose="02010600030101010101" pitchFamily="2" charset="-122"/>
              </a:rPr>
              <a:t>（解决振动合成问题）.</a:t>
            </a:r>
            <a:endParaRPr lang="en-US" altLang="zh-CN" sz="3200" dirty="0">
              <a:latin typeface="宋体" panose="02010600030101010101" pitchFamily="2" charset="-122"/>
            </a:endParaRPr>
          </a:p>
        </p:txBody>
      </p:sp>
      <p:graphicFrame>
        <p:nvGraphicFramePr>
          <p:cNvPr id="188422" name="Object 6"/>
          <p:cNvGraphicFramePr>
            <a:graphicFrameLocks noChangeAspect="1"/>
          </p:cNvGraphicFramePr>
          <p:nvPr/>
        </p:nvGraphicFramePr>
        <p:xfrm>
          <a:off x="1447800" y="4654550"/>
          <a:ext cx="21336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" name="" r:id="rId1" imgW="977265" imgH="254000" progId="Equation.3">
                  <p:embed/>
                </p:oleObj>
              </mc:Choice>
              <mc:Fallback>
                <p:oleObj name="" r:id="rId1" imgW="977265" imgH="254000" progId="Equation.3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47800" y="4654550"/>
                        <a:ext cx="2133600" cy="55245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  <a:tileRect/>
                      </a:gradFill>
                      <a:ln w="12700" cap="flat" cmpd="sng">
                        <a:solidFill>
                          <a:schemeClr val="tx2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8499" name="Group 83"/>
          <p:cNvGrpSpPr/>
          <p:nvPr/>
        </p:nvGrpSpPr>
        <p:grpSpPr>
          <a:xfrm>
            <a:off x="1524000" y="2819400"/>
            <a:ext cx="6553200" cy="554038"/>
            <a:chOff x="624" y="1776"/>
            <a:chExt cx="4128" cy="349"/>
          </a:xfrm>
        </p:grpSpPr>
        <p:graphicFrame>
          <p:nvGraphicFramePr>
            <p:cNvPr id="10246" name="Object 79"/>
            <p:cNvGraphicFramePr>
              <a:graphicFrameLocks noChangeAspect="1"/>
            </p:cNvGraphicFramePr>
            <p:nvPr/>
          </p:nvGraphicFramePr>
          <p:xfrm>
            <a:off x="624" y="1776"/>
            <a:ext cx="1872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8" name="" r:id="rId3" imgW="1473200" imgH="254000" progId="Equation.3">
                    <p:embed/>
                  </p:oleObj>
                </mc:Choice>
                <mc:Fallback>
                  <p:oleObj name="" r:id="rId3" imgW="1473200" imgH="254000" progId="Equation.3">
                    <p:embed/>
                    <p:pic>
                      <p:nvPicPr>
                        <p:cNvPr id="0" name="图片 314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24" y="1776"/>
                          <a:ext cx="1872" cy="3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7" name="Object 80"/>
            <p:cNvGraphicFramePr>
              <a:graphicFrameLocks noChangeAspect="1"/>
            </p:cNvGraphicFramePr>
            <p:nvPr/>
          </p:nvGraphicFramePr>
          <p:xfrm>
            <a:off x="2688" y="1776"/>
            <a:ext cx="2064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9" name="" r:id="rId5" imgW="1524000" imgH="254000" progId="Equation.3">
                    <p:embed/>
                  </p:oleObj>
                </mc:Choice>
                <mc:Fallback>
                  <p:oleObj name="" r:id="rId5" imgW="1524000" imgH="254000" progId="Equation.3">
                    <p:embed/>
                    <p:pic>
                      <p:nvPicPr>
                        <p:cNvPr id="0" name="图片 315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688" y="1776"/>
                          <a:ext cx="2064" cy="3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8498" name="Object 82"/>
          <p:cNvGraphicFramePr>
            <a:graphicFrameLocks noChangeAspect="1"/>
          </p:cNvGraphicFramePr>
          <p:nvPr/>
        </p:nvGraphicFramePr>
        <p:xfrm>
          <a:off x="1522413" y="3657600"/>
          <a:ext cx="442118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" name="" r:id="rId7" imgW="2616200" imgH="317500" progId="Equation.3">
                  <p:embed/>
                </p:oleObj>
              </mc:Choice>
              <mc:Fallback>
                <p:oleObj name="" r:id="rId7" imgW="2616200" imgH="317500" progId="Equation.3">
                  <p:embed/>
                  <p:pic>
                    <p:nvPicPr>
                      <p:cNvPr id="0" name="图片 316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22413" y="3657600"/>
                        <a:ext cx="4421187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8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8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8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02807" name="Group 55"/>
          <p:cNvGrpSpPr/>
          <p:nvPr/>
        </p:nvGrpSpPr>
        <p:grpSpPr>
          <a:xfrm>
            <a:off x="749300" y="1600200"/>
            <a:ext cx="2481263" cy="3429000"/>
            <a:chOff x="472" y="1008"/>
            <a:chExt cx="1563" cy="2160"/>
          </a:xfrm>
        </p:grpSpPr>
        <p:sp>
          <p:nvSpPr>
            <p:cNvPr id="202758" name="Rectangle 6"/>
            <p:cNvSpPr>
              <a:spLocks noChangeArrowheads="1"/>
            </p:cNvSpPr>
            <p:nvPr/>
          </p:nvSpPr>
          <p:spPr bwMode="auto">
            <a:xfrm>
              <a:off x="499" y="1296"/>
              <a:ext cx="1392" cy="384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50000">
                  <a:schemeClr val="bg1"/>
                </a:gs>
                <a:gs pos="100000">
                  <a:schemeClr val="folHlink"/>
                </a:gs>
              </a:gsLst>
              <a:lin ang="5400000" scaled="1"/>
            </a:gradFill>
            <a:ln w="19050">
              <a:solidFill>
                <a:srgbClr val="CC00CC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1299" name="Object 7"/>
            <p:cNvGraphicFramePr>
              <a:graphicFrameLocks noChangeAspect="1"/>
            </p:cNvGraphicFramePr>
            <p:nvPr/>
          </p:nvGraphicFramePr>
          <p:xfrm>
            <a:off x="595" y="1344"/>
            <a:ext cx="770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3" name="" r:id="rId1" imgW="748665" imgH="292100" progId="Equation.3">
                    <p:embed/>
                  </p:oleObj>
                </mc:Choice>
                <mc:Fallback>
                  <p:oleObj name="" r:id="rId1" imgW="748665" imgH="292100" progId="Equation.3">
                    <p:embed/>
                    <p:pic>
                      <p:nvPicPr>
                        <p:cNvPr id="0" name="图片 316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595" y="1344"/>
                          <a:ext cx="770" cy="2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300" name="Group 8"/>
            <p:cNvGrpSpPr/>
            <p:nvPr/>
          </p:nvGrpSpPr>
          <p:grpSpPr>
            <a:xfrm>
              <a:off x="472" y="1824"/>
              <a:ext cx="1515" cy="1152"/>
              <a:chOff x="309" y="2784"/>
              <a:chExt cx="1515" cy="1152"/>
            </a:xfrm>
          </p:grpSpPr>
          <p:sp>
            <p:nvSpPr>
              <p:cNvPr id="11305" name="Line 9"/>
              <p:cNvSpPr/>
              <p:nvPr/>
            </p:nvSpPr>
            <p:spPr>
              <a:xfrm>
                <a:off x="576" y="3408"/>
                <a:ext cx="1248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11306" name="Line 10"/>
              <p:cNvSpPr/>
              <p:nvPr/>
            </p:nvSpPr>
            <p:spPr>
              <a:xfrm flipV="1">
                <a:off x="576" y="2832"/>
                <a:ext cx="0" cy="1104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triangle" w="sm" len="lg"/>
              </a:ln>
            </p:spPr>
          </p:sp>
          <p:graphicFrame>
            <p:nvGraphicFramePr>
              <p:cNvPr id="11307" name="Object 11"/>
              <p:cNvGraphicFramePr>
                <a:graphicFrameLocks noChangeAspect="1"/>
              </p:cNvGraphicFramePr>
              <p:nvPr/>
            </p:nvGraphicFramePr>
            <p:xfrm>
              <a:off x="336" y="2784"/>
              <a:ext cx="189" cy="2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5" name="" r:id="rId3" imgW="177800" imgH="190500" progId="Equation.3">
                      <p:embed/>
                    </p:oleObj>
                  </mc:Choice>
                  <mc:Fallback>
                    <p:oleObj name="" r:id="rId3" imgW="177800" imgH="190500" progId="Equation.3">
                      <p:embed/>
                      <p:pic>
                        <p:nvPicPr>
                          <p:cNvPr id="0" name="图片 3144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336" y="2784"/>
                            <a:ext cx="189" cy="20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308" name="Object 12"/>
              <p:cNvGraphicFramePr>
                <a:graphicFrameLocks noChangeAspect="1"/>
              </p:cNvGraphicFramePr>
              <p:nvPr/>
            </p:nvGraphicFramePr>
            <p:xfrm>
              <a:off x="1632" y="3456"/>
              <a:ext cx="120" cy="23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62" name="" r:id="rId5" imgW="114300" imgH="215900" progId="Equation.3">
                      <p:embed/>
                    </p:oleObj>
                  </mc:Choice>
                  <mc:Fallback>
                    <p:oleObj name="" r:id="rId5" imgW="114300" imgH="215900" progId="Equation.3">
                      <p:embed/>
                      <p:pic>
                        <p:nvPicPr>
                          <p:cNvPr id="0" name="图片 3161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1632" y="3456"/>
                            <a:ext cx="120" cy="23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309" name="Object 13"/>
              <p:cNvGraphicFramePr>
                <a:graphicFrameLocks noChangeAspect="1"/>
              </p:cNvGraphicFramePr>
              <p:nvPr/>
            </p:nvGraphicFramePr>
            <p:xfrm>
              <a:off x="309" y="3256"/>
              <a:ext cx="26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60" name="" r:id="rId7" imgW="127000" imgH="139700" progId="Equation.3">
                      <p:embed/>
                    </p:oleObj>
                  </mc:Choice>
                  <mc:Fallback>
                    <p:oleObj name="" r:id="rId7" imgW="127000" imgH="139700" progId="Equation.3">
                      <p:embed/>
                      <p:pic>
                        <p:nvPicPr>
                          <p:cNvPr id="0" name="图片 3159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09" y="3256"/>
                            <a:ext cx="267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1301" name="Freeform 14"/>
            <p:cNvSpPr>
              <a:spLocks noChangeAspect="1"/>
            </p:cNvSpPr>
            <p:nvPr/>
          </p:nvSpPr>
          <p:spPr>
            <a:xfrm>
              <a:off x="739" y="2208"/>
              <a:ext cx="839" cy="437"/>
            </a:xfrm>
            <a:custGeom>
              <a:avLst/>
              <a:gdLst/>
              <a:ahLst/>
              <a:cxnLst>
                <a:cxn ang="0">
                  <a:pos x="1" y="25"/>
                </a:cxn>
                <a:cxn ang="0">
                  <a:pos x="2" y="29"/>
                </a:cxn>
                <a:cxn ang="0">
                  <a:pos x="3" y="33"/>
                </a:cxn>
                <a:cxn ang="0">
                  <a:pos x="4" y="36"/>
                </a:cxn>
                <a:cxn ang="0">
                  <a:pos x="5" y="39"/>
                </a:cxn>
                <a:cxn ang="0">
                  <a:pos x="6" y="41"/>
                </a:cxn>
                <a:cxn ang="0">
                  <a:pos x="7" y="43"/>
                </a:cxn>
                <a:cxn ang="0">
                  <a:pos x="8" y="45"/>
                </a:cxn>
                <a:cxn ang="0">
                  <a:pos x="9" y="46"/>
                </a:cxn>
                <a:cxn ang="0">
                  <a:pos x="10" y="47"/>
                </a:cxn>
                <a:cxn ang="0">
                  <a:pos x="11" y="47"/>
                </a:cxn>
                <a:cxn ang="0">
                  <a:pos x="13" y="47"/>
                </a:cxn>
                <a:cxn ang="0">
                  <a:pos x="14" y="46"/>
                </a:cxn>
                <a:cxn ang="0">
                  <a:pos x="15" y="44"/>
                </a:cxn>
                <a:cxn ang="0">
                  <a:pos x="16" y="42"/>
                </a:cxn>
                <a:cxn ang="0">
                  <a:pos x="17" y="40"/>
                </a:cxn>
                <a:cxn ang="0">
                  <a:pos x="18" y="37"/>
                </a:cxn>
                <a:cxn ang="0">
                  <a:pos x="19" y="34"/>
                </a:cxn>
                <a:cxn ang="0">
                  <a:pos x="20" y="31"/>
                </a:cxn>
                <a:cxn ang="0">
                  <a:pos x="21" y="27"/>
                </a:cxn>
                <a:cxn ang="0">
                  <a:pos x="22" y="23"/>
                </a:cxn>
                <a:cxn ang="0">
                  <a:pos x="24" y="20"/>
                </a:cxn>
                <a:cxn ang="0">
                  <a:pos x="25" y="16"/>
                </a:cxn>
                <a:cxn ang="0">
                  <a:pos x="26" y="13"/>
                </a:cxn>
                <a:cxn ang="0">
                  <a:pos x="27" y="10"/>
                </a:cxn>
                <a:cxn ang="0">
                  <a:pos x="28" y="7"/>
                </a:cxn>
                <a:cxn ang="0">
                  <a:pos x="29" y="5"/>
                </a:cxn>
                <a:cxn ang="0">
                  <a:pos x="30" y="3"/>
                </a:cxn>
                <a:cxn ang="0">
                  <a:pos x="31" y="1"/>
                </a:cxn>
                <a:cxn ang="0">
                  <a:pos x="33" y="0"/>
                </a:cxn>
                <a:cxn ang="0">
                  <a:pos x="34" y="0"/>
                </a:cxn>
                <a:cxn ang="0">
                  <a:pos x="35" y="0"/>
                </a:cxn>
                <a:cxn ang="0">
                  <a:pos x="36" y="1"/>
                </a:cxn>
                <a:cxn ang="0">
                  <a:pos x="37" y="2"/>
                </a:cxn>
                <a:cxn ang="0">
                  <a:pos x="38" y="4"/>
                </a:cxn>
                <a:cxn ang="0">
                  <a:pos x="39" y="6"/>
                </a:cxn>
                <a:cxn ang="0">
                  <a:pos x="40" y="9"/>
                </a:cxn>
                <a:cxn ang="0">
                  <a:pos x="41" y="12"/>
                </a:cxn>
                <a:cxn ang="0">
                  <a:pos x="43" y="15"/>
                </a:cxn>
                <a:cxn ang="0">
                  <a:pos x="44" y="18"/>
                </a:cxn>
                <a:cxn ang="0">
                  <a:pos x="45" y="22"/>
                </a:cxn>
                <a:cxn ang="0">
                  <a:pos x="46" y="26"/>
                </a:cxn>
                <a:cxn ang="0">
                  <a:pos x="47" y="29"/>
                </a:cxn>
                <a:cxn ang="0">
                  <a:pos x="48" y="33"/>
                </a:cxn>
                <a:cxn ang="0">
                  <a:pos x="49" y="36"/>
                </a:cxn>
                <a:cxn ang="0">
                  <a:pos x="50" y="39"/>
                </a:cxn>
                <a:cxn ang="0">
                  <a:pos x="51" y="41"/>
                </a:cxn>
                <a:cxn ang="0">
                  <a:pos x="52" y="44"/>
                </a:cxn>
                <a:cxn ang="0">
                  <a:pos x="54" y="45"/>
                </a:cxn>
                <a:cxn ang="0">
                  <a:pos x="55" y="47"/>
                </a:cxn>
              </a:cxnLst>
              <a:pathLst>
                <a:path w="3290" h="1327">
                  <a:moveTo>
                    <a:pt x="0" y="664"/>
                  </a:moveTo>
                  <a:lnTo>
                    <a:pt x="34" y="714"/>
                  </a:lnTo>
                  <a:lnTo>
                    <a:pt x="66" y="765"/>
                  </a:lnTo>
                  <a:lnTo>
                    <a:pt x="100" y="816"/>
                  </a:lnTo>
                  <a:lnTo>
                    <a:pt x="133" y="865"/>
                  </a:lnTo>
                  <a:lnTo>
                    <a:pt x="166" y="912"/>
                  </a:lnTo>
                  <a:lnTo>
                    <a:pt x="199" y="959"/>
                  </a:lnTo>
                  <a:lnTo>
                    <a:pt x="232" y="1003"/>
                  </a:lnTo>
                  <a:lnTo>
                    <a:pt x="265" y="1046"/>
                  </a:lnTo>
                  <a:lnTo>
                    <a:pt x="299" y="1086"/>
                  </a:lnTo>
                  <a:lnTo>
                    <a:pt x="332" y="1124"/>
                  </a:lnTo>
                  <a:lnTo>
                    <a:pt x="365" y="1160"/>
                  </a:lnTo>
                  <a:lnTo>
                    <a:pt x="399" y="1192"/>
                  </a:lnTo>
                  <a:lnTo>
                    <a:pt x="431" y="1221"/>
                  </a:lnTo>
                  <a:lnTo>
                    <a:pt x="465" y="1247"/>
                  </a:lnTo>
                  <a:lnTo>
                    <a:pt x="499" y="1270"/>
                  </a:lnTo>
                  <a:lnTo>
                    <a:pt x="531" y="1289"/>
                  </a:lnTo>
                  <a:lnTo>
                    <a:pt x="565" y="1304"/>
                  </a:lnTo>
                  <a:lnTo>
                    <a:pt x="597" y="1315"/>
                  </a:lnTo>
                  <a:lnTo>
                    <a:pt x="631" y="1323"/>
                  </a:lnTo>
                  <a:lnTo>
                    <a:pt x="665" y="1327"/>
                  </a:lnTo>
                  <a:lnTo>
                    <a:pt x="697" y="1327"/>
                  </a:lnTo>
                  <a:lnTo>
                    <a:pt x="731" y="1323"/>
                  </a:lnTo>
                  <a:lnTo>
                    <a:pt x="765" y="1315"/>
                  </a:lnTo>
                  <a:lnTo>
                    <a:pt x="797" y="1303"/>
                  </a:lnTo>
                  <a:lnTo>
                    <a:pt x="831" y="1287"/>
                  </a:lnTo>
                  <a:lnTo>
                    <a:pt x="865" y="1269"/>
                  </a:lnTo>
                  <a:lnTo>
                    <a:pt x="897" y="1246"/>
                  </a:lnTo>
                  <a:lnTo>
                    <a:pt x="931" y="1220"/>
                  </a:lnTo>
                  <a:lnTo>
                    <a:pt x="963" y="1189"/>
                  </a:lnTo>
                  <a:lnTo>
                    <a:pt x="997" y="1157"/>
                  </a:lnTo>
                  <a:lnTo>
                    <a:pt x="1030" y="1121"/>
                  </a:lnTo>
                  <a:lnTo>
                    <a:pt x="1063" y="1083"/>
                  </a:lnTo>
                  <a:lnTo>
                    <a:pt x="1096" y="1043"/>
                  </a:lnTo>
                  <a:lnTo>
                    <a:pt x="1130" y="1000"/>
                  </a:lnTo>
                  <a:lnTo>
                    <a:pt x="1163" y="955"/>
                  </a:lnTo>
                  <a:lnTo>
                    <a:pt x="1196" y="908"/>
                  </a:lnTo>
                  <a:lnTo>
                    <a:pt x="1230" y="860"/>
                  </a:lnTo>
                  <a:lnTo>
                    <a:pt x="1262" y="811"/>
                  </a:lnTo>
                  <a:lnTo>
                    <a:pt x="1296" y="762"/>
                  </a:lnTo>
                  <a:lnTo>
                    <a:pt x="1328" y="711"/>
                  </a:lnTo>
                  <a:lnTo>
                    <a:pt x="1362" y="659"/>
                  </a:lnTo>
                  <a:lnTo>
                    <a:pt x="1396" y="608"/>
                  </a:lnTo>
                  <a:lnTo>
                    <a:pt x="1428" y="558"/>
                  </a:lnTo>
                  <a:lnTo>
                    <a:pt x="1462" y="509"/>
                  </a:lnTo>
                  <a:lnTo>
                    <a:pt x="1496" y="459"/>
                  </a:lnTo>
                  <a:lnTo>
                    <a:pt x="1528" y="412"/>
                  </a:lnTo>
                  <a:lnTo>
                    <a:pt x="1562" y="366"/>
                  </a:lnTo>
                  <a:lnTo>
                    <a:pt x="1596" y="321"/>
                  </a:lnTo>
                  <a:lnTo>
                    <a:pt x="1628" y="278"/>
                  </a:lnTo>
                  <a:lnTo>
                    <a:pt x="1662" y="238"/>
                  </a:lnTo>
                  <a:lnTo>
                    <a:pt x="1694" y="200"/>
                  </a:lnTo>
                  <a:lnTo>
                    <a:pt x="1728" y="165"/>
                  </a:lnTo>
                  <a:lnTo>
                    <a:pt x="1762" y="132"/>
                  </a:lnTo>
                  <a:lnTo>
                    <a:pt x="1794" y="105"/>
                  </a:lnTo>
                  <a:lnTo>
                    <a:pt x="1828" y="79"/>
                  </a:lnTo>
                  <a:lnTo>
                    <a:pt x="1861" y="55"/>
                  </a:lnTo>
                  <a:lnTo>
                    <a:pt x="1894" y="37"/>
                  </a:lnTo>
                  <a:lnTo>
                    <a:pt x="1927" y="23"/>
                  </a:lnTo>
                  <a:lnTo>
                    <a:pt x="1961" y="11"/>
                  </a:lnTo>
                  <a:lnTo>
                    <a:pt x="1993" y="3"/>
                  </a:lnTo>
                  <a:lnTo>
                    <a:pt x="2027" y="0"/>
                  </a:lnTo>
                  <a:lnTo>
                    <a:pt x="2060" y="0"/>
                  </a:lnTo>
                  <a:lnTo>
                    <a:pt x="2093" y="5"/>
                  </a:lnTo>
                  <a:lnTo>
                    <a:pt x="2127" y="14"/>
                  </a:lnTo>
                  <a:lnTo>
                    <a:pt x="2159" y="26"/>
                  </a:lnTo>
                  <a:lnTo>
                    <a:pt x="2193" y="42"/>
                  </a:lnTo>
                  <a:lnTo>
                    <a:pt x="2227" y="62"/>
                  </a:lnTo>
                  <a:lnTo>
                    <a:pt x="2259" y="85"/>
                  </a:lnTo>
                  <a:lnTo>
                    <a:pt x="2293" y="111"/>
                  </a:lnTo>
                  <a:lnTo>
                    <a:pt x="2327" y="140"/>
                  </a:lnTo>
                  <a:lnTo>
                    <a:pt x="2359" y="172"/>
                  </a:lnTo>
                  <a:lnTo>
                    <a:pt x="2393" y="209"/>
                  </a:lnTo>
                  <a:lnTo>
                    <a:pt x="2425" y="247"/>
                  </a:lnTo>
                  <a:lnTo>
                    <a:pt x="2459" y="287"/>
                  </a:lnTo>
                  <a:lnTo>
                    <a:pt x="2493" y="330"/>
                  </a:lnTo>
                  <a:lnTo>
                    <a:pt x="2525" y="376"/>
                  </a:lnTo>
                  <a:lnTo>
                    <a:pt x="2559" y="423"/>
                  </a:lnTo>
                  <a:lnTo>
                    <a:pt x="2593" y="470"/>
                  </a:lnTo>
                  <a:lnTo>
                    <a:pt x="2625" y="519"/>
                  </a:lnTo>
                  <a:lnTo>
                    <a:pt x="2659" y="570"/>
                  </a:lnTo>
                  <a:lnTo>
                    <a:pt x="2692" y="621"/>
                  </a:lnTo>
                  <a:lnTo>
                    <a:pt x="2725" y="671"/>
                  </a:lnTo>
                  <a:lnTo>
                    <a:pt x="2758" y="722"/>
                  </a:lnTo>
                  <a:lnTo>
                    <a:pt x="2791" y="773"/>
                  </a:lnTo>
                  <a:lnTo>
                    <a:pt x="2824" y="823"/>
                  </a:lnTo>
                  <a:lnTo>
                    <a:pt x="2858" y="871"/>
                  </a:lnTo>
                  <a:lnTo>
                    <a:pt x="2890" y="919"/>
                  </a:lnTo>
                  <a:lnTo>
                    <a:pt x="2924" y="966"/>
                  </a:lnTo>
                  <a:lnTo>
                    <a:pt x="2958" y="1009"/>
                  </a:lnTo>
                  <a:lnTo>
                    <a:pt x="2990" y="1052"/>
                  </a:lnTo>
                  <a:lnTo>
                    <a:pt x="3024" y="1092"/>
                  </a:lnTo>
                  <a:lnTo>
                    <a:pt x="3058" y="1131"/>
                  </a:lnTo>
                  <a:lnTo>
                    <a:pt x="3090" y="1164"/>
                  </a:lnTo>
                  <a:lnTo>
                    <a:pt x="3124" y="1197"/>
                  </a:lnTo>
                  <a:lnTo>
                    <a:pt x="3156" y="1226"/>
                  </a:lnTo>
                  <a:lnTo>
                    <a:pt x="3190" y="1250"/>
                  </a:lnTo>
                  <a:lnTo>
                    <a:pt x="3224" y="1273"/>
                  </a:lnTo>
                  <a:lnTo>
                    <a:pt x="3256" y="1292"/>
                  </a:lnTo>
                  <a:lnTo>
                    <a:pt x="3290" y="1306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302" name="Freeform 15"/>
            <p:cNvSpPr>
              <a:spLocks noChangeAspect="1"/>
            </p:cNvSpPr>
            <p:nvPr/>
          </p:nvSpPr>
          <p:spPr>
            <a:xfrm>
              <a:off x="739" y="1968"/>
              <a:ext cx="839" cy="912"/>
            </a:xfrm>
            <a:custGeom>
              <a:avLst/>
              <a:gdLst/>
              <a:ahLst/>
              <a:cxnLst>
                <a:cxn ang="0">
                  <a:pos x="1" y="232"/>
                </a:cxn>
                <a:cxn ang="0">
                  <a:pos x="2" y="265"/>
                </a:cxn>
                <a:cxn ang="0">
                  <a:pos x="3" y="296"/>
                </a:cxn>
                <a:cxn ang="0">
                  <a:pos x="4" y="326"/>
                </a:cxn>
                <a:cxn ang="0">
                  <a:pos x="5" y="353"/>
                </a:cxn>
                <a:cxn ang="0">
                  <a:pos x="6" y="377"/>
                </a:cxn>
                <a:cxn ang="0">
                  <a:pos x="7" y="397"/>
                </a:cxn>
                <a:cxn ang="0">
                  <a:pos x="8" y="412"/>
                </a:cxn>
                <a:cxn ang="0">
                  <a:pos x="9" y="423"/>
                </a:cxn>
                <a:cxn ang="0">
                  <a:pos x="10" y="430"/>
                </a:cxn>
                <a:cxn ang="0">
                  <a:pos x="11" y="431"/>
                </a:cxn>
                <a:cxn ang="0">
                  <a:pos x="13" y="427"/>
                </a:cxn>
                <a:cxn ang="0">
                  <a:pos x="14" y="418"/>
                </a:cxn>
                <a:cxn ang="0">
                  <a:pos x="15" y="404"/>
                </a:cxn>
                <a:cxn ang="0">
                  <a:pos x="16" y="386"/>
                </a:cxn>
                <a:cxn ang="0">
                  <a:pos x="17" y="364"/>
                </a:cxn>
                <a:cxn ang="0">
                  <a:pos x="18" y="339"/>
                </a:cxn>
                <a:cxn ang="0">
                  <a:pos x="19" y="310"/>
                </a:cxn>
                <a:cxn ang="0">
                  <a:pos x="20" y="279"/>
                </a:cxn>
                <a:cxn ang="0">
                  <a:pos x="21" y="247"/>
                </a:cxn>
                <a:cxn ang="0">
                  <a:pos x="22" y="214"/>
                </a:cxn>
                <a:cxn ang="0">
                  <a:pos x="24" y="181"/>
                </a:cxn>
                <a:cxn ang="0">
                  <a:pos x="25" y="148"/>
                </a:cxn>
                <a:cxn ang="0">
                  <a:pos x="26" y="119"/>
                </a:cxn>
                <a:cxn ang="0">
                  <a:pos x="27" y="90"/>
                </a:cxn>
                <a:cxn ang="0">
                  <a:pos x="28" y="65"/>
                </a:cxn>
                <a:cxn ang="0">
                  <a:pos x="29" y="43"/>
                </a:cxn>
                <a:cxn ang="0">
                  <a:pos x="30" y="25"/>
                </a:cxn>
                <a:cxn ang="0">
                  <a:pos x="31" y="12"/>
                </a:cxn>
                <a:cxn ang="0">
                  <a:pos x="33" y="3"/>
                </a:cxn>
                <a:cxn ang="0">
                  <a:pos x="34" y="0"/>
                </a:cxn>
                <a:cxn ang="0">
                  <a:pos x="35" y="1"/>
                </a:cxn>
                <a:cxn ang="0">
                  <a:pos x="36" y="8"/>
                </a:cxn>
                <a:cxn ang="0">
                  <a:pos x="37" y="21"/>
                </a:cxn>
                <a:cxn ang="0">
                  <a:pos x="38" y="36"/>
                </a:cxn>
                <a:cxn ang="0">
                  <a:pos x="39" y="56"/>
                </a:cxn>
                <a:cxn ang="0">
                  <a:pos x="40" y="80"/>
                </a:cxn>
                <a:cxn ang="0">
                  <a:pos x="41" y="107"/>
                </a:cxn>
                <a:cxn ang="0">
                  <a:pos x="43" y="137"/>
                </a:cxn>
                <a:cxn ang="0">
                  <a:pos x="44" y="168"/>
                </a:cxn>
                <a:cxn ang="0">
                  <a:pos x="45" y="201"/>
                </a:cxn>
                <a:cxn ang="0">
                  <a:pos x="46" y="234"/>
                </a:cxn>
                <a:cxn ang="0">
                  <a:pos x="47" y="267"/>
                </a:cxn>
                <a:cxn ang="0">
                  <a:pos x="48" y="298"/>
                </a:cxn>
                <a:cxn ang="0">
                  <a:pos x="49" y="327"/>
                </a:cxn>
                <a:cxn ang="0">
                  <a:pos x="50" y="354"/>
                </a:cxn>
                <a:cxn ang="0">
                  <a:pos x="51" y="378"/>
                </a:cxn>
                <a:cxn ang="0">
                  <a:pos x="52" y="398"/>
                </a:cxn>
                <a:cxn ang="0">
                  <a:pos x="54" y="413"/>
                </a:cxn>
                <a:cxn ang="0">
                  <a:pos x="55" y="424"/>
                </a:cxn>
              </a:cxnLst>
              <a:pathLst>
                <a:path w="3290" h="1327">
                  <a:moveTo>
                    <a:pt x="0" y="664"/>
                  </a:moveTo>
                  <a:lnTo>
                    <a:pt x="34" y="714"/>
                  </a:lnTo>
                  <a:lnTo>
                    <a:pt x="66" y="765"/>
                  </a:lnTo>
                  <a:lnTo>
                    <a:pt x="100" y="816"/>
                  </a:lnTo>
                  <a:lnTo>
                    <a:pt x="133" y="865"/>
                  </a:lnTo>
                  <a:lnTo>
                    <a:pt x="166" y="912"/>
                  </a:lnTo>
                  <a:lnTo>
                    <a:pt x="199" y="959"/>
                  </a:lnTo>
                  <a:lnTo>
                    <a:pt x="232" y="1003"/>
                  </a:lnTo>
                  <a:lnTo>
                    <a:pt x="265" y="1046"/>
                  </a:lnTo>
                  <a:lnTo>
                    <a:pt x="299" y="1086"/>
                  </a:lnTo>
                  <a:lnTo>
                    <a:pt x="332" y="1124"/>
                  </a:lnTo>
                  <a:lnTo>
                    <a:pt x="365" y="1160"/>
                  </a:lnTo>
                  <a:lnTo>
                    <a:pt x="399" y="1192"/>
                  </a:lnTo>
                  <a:lnTo>
                    <a:pt x="431" y="1221"/>
                  </a:lnTo>
                  <a:lnTo>
                    <a:pt x="465" y="1247"/>
                  </a:lnTo>
                  <a:lnTo>
                    <a:pt x="499" y="1270"/>
                  </a:lnTo>
                  <a:lnTo>
                    <a:pt x="531" y="1289"/>
                  </a:lnTo>
                  <a:lnTo>
                    <a:pt x="565" y="1304"/>
                  </a:lnTo>
                  <a:lnTo>
                    <a:pt x="597" y="1315"/>
                  </a:lnTo>
                  <a:lnTo>
                    <a:pt x="631" y="1323"/>
                  </a:lnTo>
                  <a:lnTo>
                    <a:pt x="665" y="1327"/>
                  </a:lnTo>
                  <a:lnTo>
                    <a:pt x="697" y="1327"/>
                  </a:lnTo>
                  <a:lnTo>
                    <a:pt x="731" y="1323"/>
                  </a:lnTo>
                  <a:lnTo>
                    <a:pt x="765" y="1315"/>
                  </a:lnTo>
                  <a:lnTo>
                    <a:pt x="797" y="1303"/>
                  </a:lnTo>
                  <a:lnTo>
                    <a:pt x="831" y="1287"/>
                  </a:lnTo>
                  <a:lnTo>
                    <a:pt x="865" y="1269"/>
                  </a:lnTo>
                  <a:lnTo>
                    <a:pt x="897" y="1246"/>
                  </a:lnTo>
                  <a:lnTo>
                    <a:pt x="931" y="1220"/>
                  </a:lnTo>
                  <a:lnTo>
                    <a:pt x="963" y="1189"/>
                  </a:lnTo>
                  <a:lnTo>
                    <a:pt x="997" y="1157"/>
                  </a:lnTo>
                  <a:lnTo>
                    <a:pt x="1030" y="1121"/>
                  </a:lnTo>
                  <a:lnTo>
                    <a:pt x="1063" y="1083"/>
                  </a:lnTo>
                  <a:lnTo>
                    <a:pt x="1096" y="1043"/>
                  </a:lnTo>
                  <a:lnTo>
                    <a:pt x="1130" y="1000"/>
                  </a:lnTo>
                  <a:lnTo>
                    <a:pt x="1163" y="955"/>
                  </a:lnTo>
                  <a:lnTo>
                    <a:pt x="1196" y="908"/>
                  </a:lnTo>
                  <a:lnTo>
                    <a:pt x="1230" y="860"/>
                  </a:lnTo>
                  <a:lnTo>
                    <a:pt x="1262" y="811"/>
                  </a:lnTo>
                  <a:lnTo>
                    <a:pt x="1296" y="762"/>
                  </a:lnTo>
                  <a:lnTo>
                    <a:pt x="1328" y="711"/>
                  </a:lnTo>
                  <a:lnTo>
                    <a:pt x="1362" y="659"/>
                  </a:lnTo>
                  <a:lnTo>
                    <a:pt x="1396" y="608"/>
                  </a:lnTo>
                  <a:lnTo>
                    <a:pt x="1428" y="558"/>
                  </a:lnTo>
                  <a:lnTo>
                    <a:pt x="1462" y="509"/>
                  </a:lnTo>
                  <a:lnTo>
                    <a:pt x="1496" y="459"/>
                  </a:lnTo>
                  <a:lnTo>
                    <a:pt x="1528" y="412"/>
                  </a:lnTo>
                  <a:lnTo>
                    <a:pt x="1562" y="366"/>
                  </a:lnTo>
                  <a:lnTo>
                    <a:pt x="1596" y="321"/>
                  </a:lnTo>
                  <a:lnTo>
                    <a:pt x="1628" y="278"/>
                  </a:lnTo>
                  <a:lnTo>
                    <a:pt x="1662" y="238"/>
                  </a:lnTo>
                  <a:lnTo>
                    <a:pt x="1694" y="200"/>
                  </a:lnTo>
                  <a:lnTo>
                    <a:pt x="1728" y="165"/>
                  </a:lnTo>
                  <a:lnTo>
                    <a:pt x="1762" y="132"/>
                  </a:lnTo>
                  <a:lnTo>
                    <a:pt x="1794" y="105"/>
                  </a:lnTo>
                  <a:lnTo>
                    <a:pt x="1828" y="79"/>
                  </a:lnTo>
                  <a:lnTo>
                    <a:pt x="1861" y="55"/>
                  </a:lnTo>
                  <a:lnTo>
                    <a:pt x="1894" y="37"/>
                  </a:lnTo>
                  <a:lnTo>
                    <a:pt x="1927" y="23"/>
                  </a:lnTo>
                  <a:lnTo>
                    <a:pt x="1961" y="11"/>
                  </a:lnTo>
                  <a:lnTo>
                    <a:pt x="1993" y="3"/>
                  </a:lnTo>
                  <a:lnTo>
                    <a:pt x="2027" y="0"/>
                  </a:lnTo>
                  <a:lnTo>
                    <a:pt x="2060" y="0"/>
                  </a:lnTo>
                  <a:lnTo>
                    <a:pt x="2093" y="5"/>
                  </a:lnTo>
                  <a:lnTo>
                    <a:pt x="2127" y="14"/>
                  </a:lnTo>
                  <a:lnTo>
                    <a:pt x="2159" y="26"/>
                  </a:lnTo>
                  <a:lnTo>
                    <a:pt x="2193" y="42"/>
                  </a:lnTo>
                  <a:lnTo>
                    <a:pt x="2227" y="62"/>
                  </a:lnTo>
                  <a:lnTo>
                    <a:pt x="2259" y="85"/>
                  </a:lnTo>
                  <a:lnTo>
                    <a:pt x="2293" y="111"/>
                  </a:lnTo>
                  <a:lnTo>
                    <a:pt x="2327" y="140"/>
                  </a:lnTo>
                  <a:lnTo>
                    <a:pt x="2359" y="172"/>
                  </a:lnTo>
                  <a:lnTo>
                    <a:pt x="2393" y="209"/>
                  </a:lnTo>
                  <a:lnTo>
                    <a:pt x="2425" y="247"/>
                  </a:lnTo>
                  <a:lnTo>
                    <a:pt x="2459" y="287"/>
                  </a:lnTo>
                  <a:lnTo>
                    <a:pt x="2493" y="330"/>
                  </a:lnTo>
                  <a:lnTo>
                    <a:pt x="2525" y="376"/>
                  </a:lnTo>
                  <a:lnTo>
                    <a:pt x="2559" y="423"/>
                  </a:lnTo>
                  <a:lnTo>
                    <a:pt x="2593" y="470"/>
                  </a:lnTo>
                  <a:lnTo>
                    <a:pt x="2625" y="519"/>
                  </a:lnTo>
                  <a:lnTo>
                    <a:pt x="2659" y="570"/>
                  </a:lnTo>
                  <a:lnTo>
                    <a:pt x="2692" y="621"/>
                  </a:lnTo>
                  <a:lnTo>
                    <a:pt x="2725" y="671"/>
                  </a:lnTo>
                  <a:lnTo>
                    <a:pt x="2758" y="722"/>
                  </a:lnTo>
                  <a:lnTo>
                    <a:pt x="2791" y="773"/>
                  </a:lnTo>
                  <a:lnTo>
                    <a:pt x="2824" y="823"/>
                  </a:lnTo>
                  <a:lnTo>
                    <a:pt x="2858" y="871"/>
                  </a:lnTo>
                  <a:lnTo>
                    <a:pt x="2890" y="919"/>
                  </a:lnTo>
                  <a:lnTo>
                    <a:pt x="2924" y="966"/>
                  </a:lnTo>
                  <a:lnTo>
                    <a:pt x="2958" y="1009"/>
                  </a:lnTo>
                  <a:lnTo>
                    <a:pt x="2990" y="1052"/>
                  </a:lnTo>
                  <a:lnTo>
                    <a:pt x="3024" y="1092"/>
                  </a:lnTo>
                  <a:lnTo>
                    <a:pt x="3058" y="1131"/>
                  </a:lnTo>
                  <a:lnTo>
                    <a:pt x="3090" y="1164"/>
                  </a:lnTo>
                  <a:lnTo>
                    <a:pt x="3124" y="1197"/>
                  </a:lnTo>
                  <a:lnTo>
                    <a:pt x="3156" y="1226"/>
                  </a:lnTo>
                  <a:lnTo>
                    <a:pt x="3190" y="1250"/>
                  </a:lnTo>
                  <a:lnTo>
                    <a:pt x="3224" y="1273"/>
                  </a:lnTo>
                  <a:lnTo>
                    <a:pt x="3256" y="1292"/>
                  </a:lnTo>
                  <a:lnTo>
                    <a:pt x="3290" y="1306"/>
                  </a:lnTo>
                </a:path>
              </a:pathLst>
            </a:custGeom>
            <a:noFill/>
            <a:ln w="2857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303" name="Text Box 16"/>
            <p:cNvSpPr txBox="1"/>
            <p:nvPr/>
          </p:nvSpPr>
          <p:spPr>
            <a:xfrm>
              <a:off x="1315" y="1296"/>
              <a:ext cx="72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同步</a:t>
              </a:r>
              <a:endPara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304" name="Rectangle 46"/>
            <p:cNvSpPr/>
            <p:nvPr/>
          </p:nvSpPr>
          <p:spPr>
            <a:xfrm>
              <a:off x="472" y="1008"/>
              <a:ext cx="1536" cy="2160"/>
            </a:xfrm>
            <a:prstGeom prst="rect">
              <a:avLst/>
            </a:prstGeom>
            <a:noFill/>
            <a:ln w="9525" cap="flat" cmpd="sng">
              <a:solidFill>
                <a:srgbClr val="006600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02812" name="Group 60"/>
          <p:cNvGrpSpPr/>
          <p:nvPr/>
        </p:nvGrpSpPr>
        <p:grpSpPr>
          <a:xfrm>
            <a:off x="5930900" y="1600200"/>
            <a:ext cx="3086100" cy="3429000"/>
            <a:chOff x="3736" y="1008"/>
            <a:chExt cx="1944" cy="2160"/>
          </a:xfrm>
        </p:grpSpPr>
        <p:sp>
          <p:nvSpPr>
            <p:cNvPr id="11284" name="Line 18"/>
            <p:cNvSpPr/>
            <p:nvPr/>
          </p:nvSpPr>
          <p:spPr>
            <a:xfrm>
              <a:off x="4042" y="2448"/>
              <a:ext cx="14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1285" name="Line 19"/>
            <p:cNvSpPr/>
            <p:nvPr/>
          </p:nvSpPr>
          <p:spPr>
            <a:xfrm flipV="1">
              <a:off x="4042" y="1872"/>
              <a:ext cx="0" cy="110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graphicFrame>
          <p:nvGraphicFramePr>
            <p:cNvPr id="11286" name="Object 20"/>
            <p:cNvGraphicFramePr>
              <a:graphicFrameLocks noChangeAspect="1"/>
            </p:cNvGraphicFramePr>
            <p:nvPr/>
          </p:nvGraphicFramePr>
          <p:xfrm>
            <a:off x="3802" y="1824"/>
            <a:ext cx="189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7" name="" r:id="rId9" imgW="177800" imgH="190500" progId="Equation.3">
                    <p:embed/>
                  </p:oleObj>
                </mc:Choice>
                <mc:Fallback>
                  <p:oleObj name="" r:id="rId9" imgW="177800" imgH="190500" progId="Equation.3">
                    <p:embed/>
                    <p:pic>
                      <p:nvPicPr>
                        <p:cNvPr id="0" name="图片 314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802" y="1824"/>
                          <a:ext cx="189" cy="2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7" name="Object 21"/>
            <p:cNvGraphicFramePr>
              <a:graphicFrameLocks noChangeAspect="1"/>
            </p:cNvGraphicFramePr>
            <p:nvPr/>
          </p:nvGraphicFramePr>
          <p:xfrm>
            <a:off x="5338" y="2496"/>
            <a:ext cx="120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4" name="" r:id="rId10" imgW="114300" imgH="215900" progId="Equation.3">
                    <p:embed/>
                  </p:oleObj>
                </mc:Choice>
                <mc:Fallback>
                  <p:oleObj name="" r:id="rId10" imgW="114300" imgH="215900" progId="Equation.3">
                    <p:embed/>
                    <p:pic>
                      <p:nvPicPr>
                        <p:cNvPr id="0" name="图片 315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338" y="2496"/>
                          <a:ext cx="120" cy="23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8" name="Object 22"/>
            <p:cNvGraphicFramePr>
              <a:graphicFrameLocks noChangeAspect="1"/>
            </p:cNvGraphicFramePr>
            <p:nvPr/>
          </p:nvGraphicFramePr>
          <p:xfrm>
            <a:off x="3784" y="2304"/>
            <a:ext cx="25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2" name="" r:id="rId11" imgW="127000" imgH="139700" progId="Equation.3">
                    <p:embed/>
                  </p:oleObj>
                </mc:Choice>
                <mc:Fallback>
                  <p:oleObj name="" r:id="rId11" imgW="127000" imgH="139700" progId="Equation.3">
                    <p:embed/>
                    <p:pic>
                      <p:nvPicPr>
                        <p:cNvPr id="0" name="图片 3141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784" y="2304"/>
                          <a:ext cx="258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2775" name="Rectangle 23"/>
            <p:cNvSpPr>
              <a:spLocks noChangeArrowheads="1"/>
            </p:cNvSpPr>
            <p:nvPr/>
          </p:nvSpPr>
          <p:spPr bwMode="auto">
            <a:xfrm>
              <a:off x="3760" y="1056"/>
              <a:ext cx="1728" cy="7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50000">
                  <a:schemeClr val="bg1"/>
                </a:gs>
                <a:gs pos="100000">
                  <a:schemeClr val="folHlink"/>
                </a:gs>
              </a:gsLst>
              <a:lin ang="5400000" scaled="1"/>
            </a:gradFill>
            <a:ln w="19050">
              <a:solidFill>
                <a:srgbClr val="CC00CC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1290" name="Object 24"/>
            <p:cNvGraphicFramePr>
              <a:graphicFrameLocks noChangeAspect="1"/>
            </p:cNvGraphicFramePr>
            <p:nvPr/>
          </p:nvGraphicFramePr>
          <p:xfrm>
            <a:off x="3760" y="1296"/>
            <a:ext cx="379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3" name="" r:id="rId13" imgW="368300" imgH="292100" progId="Equation.3">
                    <p:embed/>
                  </p:oleObj>
                </mc:Choice>
                <mc:Fallback>
                  <p:oleObj name="" r:id="rId13" imgW="368300" imgH="292100" progId="Equation.3">
                    <p:embed/>
                    <p:pic>
                      <p:nvPicPr>
                        <p:cNvPr id="0" name="图片 3142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760" y="1296"/>
                          <a:ext cx="379" cy="2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91" name="Text Box 25"/>
            <p:cNvSpPr txBox="1"/>
            <p:nvPr/>
          </p:nvSpPr>
          <p:spPr>
            <a:xfrm>
              <a:off x="4048" y="1248"/>
              <a:ext cx="100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为其他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1292" name="Text Box 26"/>
            <p:cNvSpPr txBox="1"/>
            <p:nvPr/>
          </p:nvSpPr>
          <p:spPr>
            <a:xfrm>
              <a:off x="4912" y="1056"/>
              <a:ext cx="768" cy="7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超前</a:t>
              </a:r>
              <a:endPara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落后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1293" name="AutoShape 27"/>
            <p:cNvSpPr/>
            <p:nvPr/>
          </p:nvSpPr>
          <p:spPr>
            <a:xfrm>
              <a:off x="4720" y="1296"/>
              <a:ext cx="96" cy="336"/>
            </a:xfrm>
            <a:prstGeom prst="leftBrace">
              <a:avLst>
                <a:gd name="adj1" fmla="val 29150"/>
                <a:gd name="adj2" fmla="val 50000"/>
              </a:avLst>
            </a:prstGeom>
            <a:noFill/>
            <a:ln w="28575">
              <a:noFill/>
            </a:ln>
          </p:spPr>
          <p:txBody>
            <a:bodyPr wrap="none" anchor="ctr" anchorCtr="0"/>
            <a:p>
              <a:pPr eaLnBrk="1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1294" name="AutoShape 28"/>
            <p:cNvSpPr/>
            <p:nvPr/>
          </p:nvSpPr>
          <p:spPr>
            <a:xfrm>
              <a:off x="4816" y="1248"/>
              <a:ext cx="96" cy="384"/>
            </a:xfrm>
            <a:prstGeom prst="leftBrace">
              <a:avLst>
                <a:gd name="adj1" fmla="val 33314"/>
                <a:gd name="adj2" fmla="val 50000"/>
              </a:avLst>
            </a:prstGeom>
            <a:noFill/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>
                <a:spcBef>
                  <a:spcPct val="50000"/>
                </a:spcBef>
              </a:pPr>
              <a:endPara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295" name="Freeform 30"/>
            <p:cNvSpPr>
              <a:spLocks noChangeAspect="1"/>
            </p:cNvSpPr>
            <p:nvPr/>
          </p:nvSpPr>
          <p:spPr>
            <a:xfrm flipV="1">
              <a:off x="4066" y="2161"/>
              <a:ext cx="1031" cy="575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6" y="4"/>
                </a:cxn>
                <a:cxn ang="0">
                  <a:pos x="11" y="10"/>
                </a:cxn>
                <a:cxn ang="0">
                  <a:pos x="15" y="19"/>
                </a:cxn>
                <a:cxn ang="0">
                  <a:pos x="20" y="31"/>
                </a:cxn>
                <a:cxn ang="0">
                  <a:pos x="24" y="45"/>
                </a:cxn>
                <a:cxn ang="0">
                  <a:pos x="28" y="59"/>
                </a:cxn>
                <a:cxn ang="0">
                  <a:pos x="33" y="74"/>
                </a:cxn>
                <a:cxn ang="0">
                  <a:pos x="37" y="89"/>
                </a:cxn>
                <a:cxn ang="0">
                  <a:pos x="41" y="103"/>
                </a:cxn>
                <a:cxn ang="0">
                  <a:pos x="46" y="115"/>
                </a:cxn>
                <a:cxn ang="0">
                  <a:pos x="50" y="124"/>
                </a:cxn>
                <a:cxn ang="0">
                  <a:pos x="55" y="132"/>
                </a:cxn>
                <a:cxn ang="0">
                  <a:pos x="59" y="136"/>
                </a:cxn>
                <a:cxn ang="0">
                  <a:pos x="63" y="136"/>
                </a:cxn>
                <a:cxn ang="0">
                  <a:pos x="68" y="133"/>
                </a:cxn>
                <a:cxn ang="0">
                  <a:pos x="72" y="127"/>
                </a:cxn>
                <a:cxn ang="0">
                  <a:pos x="76" y="118"/>
                </a:cxn>
                <a:cxn ang="0">
                  <a:pos x="81" y="106"/>
                </a:cxn>
                <a:cxn ang="0">
                  <a:pos x="85" y="93"/>
                </a:cxn>
                <a:cxn ang="0">
                  <a:pos x="89" y="79"/>
                </a:cxn>
                <a:cxn ang="0">
                  <a:pos x="93" y="64"/>
                </a:cxn>
                <a:cxn ang="0">
                  <a:pos x="98" y="49"/>
                </a:cxn>
                <a:cxn ang="0">
                  <a:pos x="103" y="35"/>
                </a:cxn>
                <a:cxn ang="0">
                  <a:pos x="107" y="23"/>
                </a:cxn>
                <a:cxn ang="0">
                  <a:pos x="111" y="13"/>
                </a:cxn>
                <a:cxn ang="0">
                  <a:pos x="115" y="5"/>
                </a:cxn>
                <a:cxn ang="0">
                  <a:pos x="120" y="1"/>
                </a:cxn>
                <a:cxn ang="0">
                  <a:pos x="124" y="0"/>
                </a:cxn>
                <a:cxn ang="0">
                  <a:pos x="129" y="2"/>
                </a:cxn>
                <a:cxn ang="0">
                  <a:pos x="133" y="8"/>
                </a:cxn>
                <a:cxn ang="0">
                  <a:pos x="137" y="17"/>
                </a:cxn>
                <a:cxn ang="0">
                  <a:pos x="142" y="28"/>
                </a:cxn>
                <a:cxn ang="0">
                  <a:pos x="146" y="41"/>
                </a:cxn>
                <a:cxn ang="0">
                  <a:pos x="150" y="55"/>
                </a:cxn>
                <a:cxn ang="0">
                  <a:pos x="155" y="70"/>
                </a:cxn>
                <a:cxn ang="0">
                  <a:pos x="159" y="85"/>
                </a:cxn>
              </a:cxnLst>
              <a:pathLst>
                <a:path w="2625" h="1183">
                  <a:moveTo>
                    <a:pt x="0" y="0"/>
                  </a:moveTo>
                  <a:lnTo>
                    <a:pt x="37" y="4"/>
                  </a:lnTo>
                  <a:lnTo>
                    <a:pt x="71" y="14"/>
                  </a:lnTo>
                  <a:lnTo>
                    <a:pt x="108" y="32"/>
                  </a:lnTo>
                  <a:lnTo>
                    <a:pt x="144" y="58"/>
                  </a:lnTo>
                  <a:lnTo>
                    <a:pt x="180" y="89"/>
                  </a:lnTo>
                  <a:lnTo>
                    <a:pt x="215" y="127"/>
                  </a:lnTo>
                  <a:lnTo>
                    <a:pt x="251" y="170"/>
                  </a:lnTo>
                  <a:lnTo>
                    <a:pt x="287" y="219"/>
                  </a:lnTo>
                  <a:lnTo>
                    <a:pt x="324" y="272"/>
                  </a:lnTo>
                  <a:lnTo>
                    <a:pt x="359" y="329"/>
                  </a:lnTo>
                  <a:lnTo>
                    <a:pt x="395" y="390"/>
                  </a:lnTo>
                  <a:lnTo>
                    <a:pt x="432" y="453"/>
                  </a:lnTo>
                  <a:lnTo>
                    <a:pt x="467" y="517"/>
                  </a:lnTo>
                  <a:lnTo>
                    <a:pt x="503" y="583"/>
                  </a:lnTo>
                  <a:lnTo>
                    <a:pt x="540" y="649"/>
                  </a:lnTo>
                  <a:lnTo>
                    <a:pt x="575" y="713"/>
                  </a:lnTo>
                  <a:lnTo>
                    <a:pt x="612" y="777"/>
                  </a:lnTo>
                  <a:lnTo>
                    <a:pt x="646" y="839"/>
                  </a:lnTo>
                  <a:lnTo>
                    <a:pt x="683" y="896"/>
                  </a:lnTo>
                  <a:lnTo>
                    <a:pt x="720" y="951"/>
                  </a:lnTo>
                  <a:lnTo>
                    <a:pt x="754" y="1001"/>
                  </a:lnTo>
                  <a:lnTo>
                    <a:pt x="791" y="1046"/>
                  </a:lnTo>
                  <a:lnTo>
                    <a:pt x="828" y="1085"/>
                  </a:lnTo>
                  <a:lnTo>
                    <a:pt x="863" y="1118"/>
                  </a:lnTo>
                  <a:lnTo>
                    <a:pt x="899" y="1145"/>
                  </a:lnTo>
                  <a:lnTo>
                    <a:pt x="936" y="1165"/>
                  </a:lnTo>
                  <a:lnTo>
                    <a:pt x="971" y="1178"/>
                  </a:lnTo>
                  <a:lnTo>
                    <a:pt x="1008" y="1183"/>
                  </a:lnTo>
                  <a:lnTo>
                    <a:pt x="1042" y="1182"/>
                  </a:lnTo>
                  <a:lnTo>
                    <a:pt x="1079" y="1173"/>
                  </a:lnTo>
                  <a:lnTo>
                    <a:pt x="1115" y="1157"/>
                  </a:lnTo>
                  <a:lnTo>
                    <a:pt x="1151" y="1134"/>
                  </a:lnTo>
                  <a:lnTo>
                    <a:pt x="1186" y="1104"/>
                  </a:lnTo>
                  <a:lnTo>
                    <a:pt x="1223" y="1068"/>
                  </a:lnTo>
                  <a:lnTo>
                    <a:pt x="1259" y="1026"/>
                  </a:lnTo>
                  <a:lnTo>
                    <a:pt x="1295" y="979"/>
                  </a:lnTo>
                  <a:lnTo>
                    <a:pt x="1331" y="927"/>
                  </a:lnTo>
                  <a:lnTo>
                    <a:pt x="1366" y="870"/>
                  </a:lnTo>
                  <a:lnTo>
                    <a:pt x="1403" y="811"/>
                  </a:lnTo>
                  <a:lnTo>
                    <a:pt x="1437" y="749"/>
                  </a:lnTo>
                  <a:lnTo>
                    <a:pt x="1474" y="685"/>
                  </a:lnTo>
                  <a:lnTo>
                    <a:pt x="1511" y="620"/>
                  </a:lnTo>
                  <a:lnTo>
                    <a:pt x="1546" y="553"/>
                  </a:lnTo>
                  <a:lnTo>
                    <a:pt x="1582" y="488"/>
                  </a:lnTo>
                  <a:lnTo>
                    <a:pt x="1619" y="424"/>
                  </a:lnTo>
                  <a:lnTo>
                    <a:pt x="1654" y="362"/>
                  </a:lnTo>
                  <a:lnTo>
                    <a:pt x="1691" y="303"/>
                  </a:lnTo>
                  <a:lnTo>
                    <a:pt x="1727" y="247"/>
                  </a:lnTo>
                  <a:lnTo>
                    <a:pt x="1762" y="197"/>
                  </a:lnTo>
                  <a:lnTo>
                    <a:pt x="1799" y="150"/>
                  </a:lnTo>
                  <a:lnTo>
                    <a:pt x="1834" y="109"/>
                  </a:lnTo>
                  <a:lnTo>
                    <a:pt x="1870" y="75"/>
                  </a:lnTo>
                  <a:lnTo>
                    <a:pt x="1907" y="45"/>
                  </a:lnTo>
                  <a:lnTo>
                    <a:pt x="1942" y="24"/>
                  </a:lnTo>
                  <a:lnTo>
                    <a:pt x="1979" y="9"/>
                  </a:lnTo>
                  <a:lnTo>
                    <a:pt x="2014" y="1"/>
                  </a:lnTo>
                  <a:lnTo>
                    <a:pt x="2050" y="1"/>
                  </a:lnTo>
                  <a:lnTo>
                    <a:pt x="2086" y="8"/>
                  </a:lnTo>
                  <a:lnTo>
                    <a:pt x="2123" y="22"/>
                  </a:lnTo>
                  <a:lnTo>
                    <a:pt x="2157" y="43"/>
                  </a:lnTo>
                  <a:lnTo>
                    <a:pt x="2194" y="71"/>
                  </a:lnTo>
                  <a:lnTo>
                    <a:pt x="2230" y="105"/>
                  </a:lnTo>
                  <a:lnTo>
                    <a:pt x="2265" y="146"/>
                  </a:lnTo>
                  <a:lnTo>
                    <a:pt x="2302" y="191"/>
                  </a:lnTo>
                  <a:lnTo>
                    <a:pt x="2337" y="242"/>
                  </a:lnTo>
                  <a:lnTo>
                    <a:pt x="2374" y="298"/>
                  </a:lnTo>
                  <a:lnTo>
                    <a:pt x="2410" y="356"/>
                  </a:lnTo>
                  <a:lnTo>
                    <a:pt x="2445" y="418"/>
                  </a:lnTo>
                  <a:lnTo>
                    <a:pt x="2482" y="481"/>
                  </a:lnTo>
                  <a:lnTo>
                    <a:pt x="2519" y="547"/>
                  </a:lnTo>
                  <a:lnTo>
                    <a:pt x="2553" y="613"/>
                  </a:lnTo>
                  <a:lnTo>
                    <a:pt x="2590" y="679"/>
                  </a:lnTo>
                  <a:lnTo>
                    <a:pt x="2625" y="742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296" name="Freeform 31"/>
            <p:cNvSpPr>
              <a:spLocks noChangeAspect="1"/>
            </p:cNvSpPr>
            <p:nvPr/>
          </p:nvSpPr>
          <p:spPr>
            <a:xfrm>
              <a:off x="4045" y="2016"/>
              <a:ext cx="1173" cy="816"/>
            </a:xfrm>
            <a:custGeom>
              <a:avLst/>
              <a:gdLst/>
              <a:ahLst/>
              <a:cxnLst>
                <a:cxn ang="0">
                  <a:pos x="13" y="148"/>
                </a:cxn>
                <a:cxn ang="0">
                  <a:pos x="38" y="91"/>
                </a:cxn>
                <a:cxn ang="0">
                  <a:pos x="63" y="46"/>
                </a:cxn>
                <a:cxn ang="0">
                  <a:pos x="88" y="16"/>
                </a:cxn>
                <a:cxn ang="0">
                  <a:pos x="114" y="2"/>
                </a:cxn>
                <a:cxn ang="0">
                  <a:pos x="139" y="3"/>
                </a:cxn>
                <a:cxn ang="0">
                  <a:pos x="164" y="20"/>
                </a:cxn>
                <a:cxn ang="0">
                  <a:pos x="189" y="52"/>
                </a:cxn>
                <a:cxn ang="0">
                  <a:pos x="215" y="97"/>
                </a:cxn>
                <a:cxn ang="0">
                  <a:pos x="240" y="156"/>
                </a:cxn>
                <a:cxn ang="0">
                  <a:pos x="265" y="224"/>
                </a:cxn>
                <a:cxn ang="0">
                  <a:pos x="290" y="298"/>
                </a:cxn>
                <a:cxn ang="0">
                  <a:pos x="316" y="379"/>
                </a:cxn>
                <a:cxn ang="0">
                  <a:pos x="341" y="459"/>
                </a:cxn>
                <a:cxn ang="0">
                  <a:pos x="366" y="537"/>
                </a:cxn>
                <a:cxn ang="0">
                  <a:pos x="392" y="611"/>
                </a:cxn>
                <a:cxn ang="0">
                  <a:pos x="417" y="677"/>
                </a:cxn>
                <a:cxn ang="0">
                  <a:pos x="442" y="732"/>
                </a:cxn>
                <a:cxn ang="0">
                  <a:pos x="467" y="775"/>
                </a:cxn>
                <a:cxn ang="0">
                  <a:pos x="492" y="803"/>
                </a:cxn>
                <a:cxn ang="0">
                  <a:pos x="518" y="815"/>
                </a:cxn>
                <a:cxn ang="0">
                  <a:pos x="543" y="812"/>
                </a:cxn>
                <a:cxn ang="0">
                  <a:pos x="568" y="793"/>
                </a:cxn>
                <a:cxn ang="0">
                  <a:pos x="593" y="759"/>
                </a:cxn>
                <a:cxn ang="0">
                  <a:pos x="618" y="711"/>
                </a:cxn>
                <a:cxn ang="0">
                  <a:pos x="643" y="652"/>
                </a:cxn>
                <a:cxn ang="0">
                  <a:pos x="669" y="583"/>
                </a:cxn>
                <a:cxn ang="0">
                  <a:pos x="694" y="507"/>
                </a:cxn>
                <a:cxn ang="0">
                  <a:pos x="719" y="427"/>
                </a:cxn>
                <a:cxn ang="0">
                  <a:pos x="744" y="347"/>
                </a:cxn>
                <a:cxn ang="0">
                  <a:pos x="770" y="268"/>
                </a:cxn>
                <a:cxn ang="0">
                  <a:pos x="795" y="196"/>
                </a:cxn>
                <a:cxn ang="0">
                  <a:pos x="820" y="132"/>
                </a:cxn>
                <a:cxn ang="0">
                  <a:pos x="845" y="77"/>
                </a:cxn>
                <a:cxn ang="0">
                  <a:pos x="871" y="37"/>
                </a:cxn>
                <a:cxn ang="0">
                  <a:pos x="896" y="12"/>
                </a:cxn>
                <a:cxn ang="0">
                  <a:pos x="921" y="0"/>
                </a:cxn>
                <a:cxn ang="0">
                  <a:pos x="946" y="6"/>
                </a:cxn>
                <a:cxn ang="0">
                  <a:pos x="971" y="26"/>
                </a:cxn>
                <a:cxn ang="0">
                  <a:pos x="996" y="63"/>
                </a:cxn>
                <a:cxn ang="0">
                  <a:pos x="1021" y="111"/>
                </a:cxn>
                <a:cxn ang="0">
                  <a:pos x="1047" y="173"/>
                </a:cxn>
                <a:cxn ang="0">
                  <a:pos x="1072" y="243"/>
                </a:cxn>
                <a:cxn ang="0">
                  <a:pos x="1097" y="319"/>
                </a:cxn>
                <a:cxn ang="0">
                  <a:pos x="1122" y="400"/>
                </a:cxn>
                <a:cxn ang="0">
                  <a:pos x="1148" y="480"/>
                </a:cxn>
                <a:cxn ang="0">
                  <a:pos x="1173" y="557"/>
                </a:cxn>
              </a:cxnLst>
              <a:pathLst>
                <a:path w="1173" h="816">
                  <a:moveTo>
                    <a:pt x="0" y="180"/>
                  </a:moveTo>
                  <a:lnTo>
                    <a:pt x="13" y="148"/>
                  </a:lnTo>
                  <a:lnTo>
                    <a:pt x="26" y="118"/>
                  </a:lnTo>
                  <a:lnTo>
                    <a:pt x="38" y="91"/>
                  </a:lnTo>
                  <a:lnTo>
                    <a:pt x="51" y="67"/>
                  </a:lnTo>
                  <a:lnTo>
                    <a:pt x="63" y="46"/>
                  </a:lnTo>
                  <a:lnTo>
                    <a:pt x="76" y="30"/>
                  </a:lnTo>
                  <a:lnTo>
                    <a:pt x="88" y="16"/>
                  </a:lnTo>
                  <a:lnTo>
                    <a:pt x="101" y="7"/>
                  </a:lnTo>
                  <a:lnTo>
                    <a:pt x="114" y="2"/>
                  </a:lnTo>
                  <a:lnTo>
                    <a:pt x="126" y="0"/>
                  </a:lnTo>
                  <a:lnTo>
                    <a:pt x="139" y="3"/>
                  </a:lnTo>
                  <a:lnTo>
                    <a:pt x="151" y="10"/>
                  </a:lnTo>
                  <a:lnTo>
                    <a:pt x="164" y="20"/>
                  </a:lnTo>
                  <a:lnTo>
                    <a:pt x="177" y="34"/>
                  </a:lnTo>
                  <a:lnTo>
                    <a:pt x="189" y="52"/>
                  </a:lnTo>
                  <a:lnTo>
                    <a:pt x="202" y="73"/>
                  </a:lnTo>
                  <a:lnTo>
                    <a:pt x="215" y="97"/>
                  </a:lnTo>
                  <a:lnTo>
                    <a:pt x="227" y="125"/>
                  </a:lnTo>
                  <a:lnTo>
                    <a:pt x="240" y="156"/>
                  </a:lnTo>
                  <a:lnTo>
                    <a:pt x="253" y="189"/>
                  </a:lnTo>
                  <a:lnTo>
                    <a:pt x="265" y="224"/>
                  </a:lnTo>
                  <a:lnTo>
                    <a:pt x="278" y="261"/>
                  </a:lnTo>
                  <a:lnTo>
                    <a:pt x="290" y="298"/>
                  </a:lnTo>
                  <a:lnTo>
                    <a:pt x="303" y="338"/>
                  </a:lnTo>
                  <a:lnTo>
                    <a:pt x="316" y="379"/>
                  </a:lnTo>
                  <a:lnTo>
                    <a:pt x="328" y="419"/>
                  </a:lnTo>
                  <a:lnTo>
                    <a:pt x="341" y="459"/>
                  </a:lnTo>
                  <a:lnTo>
                    <a:pt x="354" y="499"/>
                  </a:lnTo>
                  <a:lnTo>
                    <a:pt x="366" y="537"/>
                  </a:lnTo>
                  <a:lnTo>
                    <a:pt x="379" y="575"/>
                  </a:lnTo>
                  <a:lnTo>
                    <a:pt x="392" y="611"/>
                  </a:lnTo>
                  <a:lnTo>
                    <a:pt x="404" y="645"/>
                  </a:lnTo>
                  <a:lnTo>
                    <a:pt x="417" y="677"/>
                  </a:lnTo>
                  <a:lnTo>
                    <a:pt x="429" y="705"/>
                  </a:lnTo>
                  <a:lnTo>
                    <a:pt x="442" y="732"/>
                  </a:lnTo>
                  <a:lnTo>
                    <a:pt x="455" y="755"/>
                  </a:lnTo>
                  <a:lnTo>
                    <a:pt x="467" y="775"/>
                  </a:lnTo>
                  <a:lnTo>
                    <a:pt x="480" y="791"/>
                  </a:lnTo>
                  <a:lnTo>
                    <a:pt x="492" y="803"/>
                  </a:lnTo>
                  <a:lnTo>
                    <a:pt x="505" y="811"/>
                  </a:lnTo>
                  <a:lnTo>
                    <a:pt x="518" y="815"/>
                  </a:lnTo>
                  <a:lnTo>
                    <a:pt x="530" y="816"/>
                  </a:lnTo>
                  <a:lnTo>
                    <a:pt x="543" y="812"/>
                  </a:lnTo>
                  <a:lnTo>
                    <a:pt x="555" y="805"/>
                  </a:lnTo>
                  <a:lnTo>
                    <a:pt x="568" y="793"/>
                  </a:lnTo>
                  <a:lnTo>
                    <a:pt x="580" y="778"/>
                  </a:lnTo>
                  <a:lnTo>
                    <a:pt x="593" y="759"/>
                  </a:lnTo>
                  <a:lnTo>
                    <a:pt x="606" y="737"/>
                  </a:lnTo>
                  <a:lnTo>
                    <a:pt x="618" y="711"/>
                  </a:lnTo>
                  <a:lnTo>
                    <a:pt x="631" y="683"/>
                  </a:lnTo>
                  <a:lnTo>
                    <a:pt x="643" y="652"/>
                  </a:lnTo>
                  <a:lnTo>
                    <a:pt x="656" y="619"/>
                  </a:lnTo>
                  <a:lnTo>
                    <a:pt x="669" y="583"/>
                  </a:lnTo>
                  <a:lnTo>
                    <a:pt x="681" y="546"/>
                  </a:lnTo>
                  <a:lnTo>
                    <a:pt x="694" y="507"/>
                  </a:lnTo>
                  <a:lnTo>
                    <a:pt x="706" y="467"/>
                  </a:lnTo>
                  <a:lnTo>
                    <a:pt x="719" y="427"/>
                  </a:lnTo>
                  <a:lnTo>
                    <a:pt x="732" y="386"/>
                  </a:lnTo>
                  <a:lnTo>
                    <a:pt x="744" y="347"/>
                  </a:lnTo>
                  <a:lnTo>
                    <a:pt x="757" y="307"/>
                  </a:lnTo>
                  <a:lnTo>
                    <a:pt x="770" y="268"/>
                  </a:lnTo>
                  <a:lnTo>
                    <a:pt x="782" y="231"/>
                  </a:lnTo>
                  <a:lnTo>
                    <a:pt x="795" y="196"/>
                  </a:lnTo>
                  <a:lnTo>
                    <a:pt x="808" y="162"/>
                  </a:lnTo>
                  <a:lnTo>
                    <a:pt x="820" y="132"/>
                  </a:lnTo>
                  <a:lnTo>
                    <a:pt x="833" y="103"/>
                  </a:lnTo>
                  <a:lnTo>
                    <a:pt x="845" y="77"/>
                  </a:lnTo>
                  <a:lnTo>
                    <a:pt x="858" y="56"/>
                  </a:lnTo>
                  <a:lnTo>
                    <a:pt x="871" y="37"/>
                  </a:lnTo>
                  <a:lnTo>
                    <a:pt x="883" y="22"/>
                  </a:lnTo>
                  <a:lnTo>
                    <a:pt x="896" y="12"/>
                  </a:lnTo>
                  <a:lnTo>
                    <a:pt x="909" y="4"/>
                  </a:lnTo>
                  <a:lnTo>
                    <a:pt x="921" y="0"/>
                  </a:lnTo>
                  <a:lnTo>
                    <a:pt x="934" y="1"/>
                  </a:lnTo>
                  <a:lnTo>
                    <a:pt x="946" y="6"/>
                  </a:lnTo>
                  <a:lnTo>
                    <a:pt x="959" y="14"/>
                  </a:lnTo>
                  <a:lnTo>
                    <a:pt x="971" y="26"/>
                  </a:lnTo>
                  <a:lnTo>
                    <a:pt x="984" y="42"/>
                  </a:lnTo>
                  <a:lnTo>
                    <a:pt x="996" y="63"/>
                  </a:lnTo>
                  <a:lnTo>
                    <a:pt x="1009" y="85"/>
                  </a:lnTo>
                  <a:lnTo>
                    <a:pt x="1021" y="111"/>
                  </a:lnTo>
                  <a:lnTo>
                    <a:pt x="1034" y="141"/>
                  </a:lnTo>
                  <a:lnTo>
                    <a:pt x="1047" y="173"/>
                  </a:lnTo>
                  <a:lnTo>
                    <a:pt x="1059" y="207"/>
                  </a:lnTo>
                  <a:lnTo>
                    <a:pt x="1072" y="243"/>
                  </a:lnTo>
                  <a:lnTo>
                    <a:pt x="1085" y="280"/>
                  </a:lnTo>
                  <a:lnTo>
                    <a:pt x="1097" y="319"/>
                  </a:lnTo>
                  <a:lnTo>
                    <a:pt x="1110" y="359"/>
                  </a:lnTo>
                  <a:lnTo>
                    <a:pt x="1122" y="400"/>
                  </a:lnTo>
                  <a:lnTo>
                    <a:pt x="1135" y="440"/>
                  </a:lnTo>
                  <a:lnTo>
                    <a:pt x="1148" y="480"/>
                  </a:lnTo>
                  <a:lnTo>
                    <a:pt x="1160" y="520"/>
                  </a:lnTo>
                  <a:lnTo>
                    <a:pt x="1173" y="557"/>
                  </a:lnTo>
                </a:path>
              </a:pathLst>
            </a:custGeom>
            <a:noFill/>
            <a:ln w="2857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297" name="Rectangle 48"/>
            <p:cNvSpPr/>
            <p:nvPr/>
          </p:nvSpPr>
          <p:spPr>
            <a:xfrm>
              <a:off x="3736" y="1008"/>
              <a:ext cx="1776" cy="2160"/>
            </a:xfrm>
            <a:prstGeom prst="rect">
              <a:avLst/>
            </a:prstGeom>
            <a:noFill/>
            <a:ln w="9525" cap="flat" cmpd="sng">
              <a:solidFill>
                <a:srgbClr val="006600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11268" name="Object 54"/>
          <p:cNvGraphicFramePr>
            <a:graphicFrameLocks noChangeAspect="1"/>
          </p:cNvGraphicFramePr>
          <p:nvPr/>
        </p:nvGraphicFramePr>
        <p:xfrm>
          <a:off x="838200" y="914400"/>
          <a:ext cx="21336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" name="" r:id="rId15" imgW="977265" imgH="254000" progId="Equation.3">
                  <p:embed/>
                </p:oleObj>
              </mc:Choice>
              <mc:Fallback>
                <p:oleObj name="" r:id="rId15" imgW="977265" imgH="254000" progId="Equation.3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38200" y="914400"/>
                        <a:ext cx="2133600" cy="55245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  <a:tileRect/>
                      </a:gradFill>
                      <a:ln w="12700" cap="flat" cmpd="sng">
                        <a:solidFill>
                          <a:schemeClr val="tx2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2811" name="Group 59"/>
          <p:cNvGrpSpPr/>
          <p:nvPr/>
        </p:nvGrpSpPr>
        <p:grpSpPr>
          <a:xfrm>
            <a:off x="3187700" y="1600200"/>
            <a:ext cx="3200400" cy="3429000"/>
            <a:chOff x="2008" y="1008"/>
            <a:chExt cx="2016" cy="2160"/>
          </a:xfrm>
        </p:grpSpPr>
        <p:graphicFrame>
          <p:nvGraphicFramePr>
            <p:cNvPr id="11270" name="Object 34"/>
            <p:cNvGraphicFramePr>
              <a:graphicFrameLocks noChangeAspect="1"/>
            </p:cNvGraphicFramePr>
            <p:nvPr/>
          </p:nvGraphicFramePr>
          <p:xfrm>
            <a:off x="3592" y="2506"/>
            <a:ext cx="120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3" name="" r:id="rId17" imgW="114300" imgH="215900" progId="Equation.3">
                    <p:embed/>
                  </p:oleObj>
                </mc:Choice>
                <mc:Fallback>
                  <p:oleObj name="" r:id="rId17" imgW="114300" imgH="215900" progId="Equation.3">
                    <p:embed/>
                    <p:pic>
                      <p:nvPicPr>
                        <p:cNvPr id="0" name="图片 315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592" y="2506"/>
                          <a:ext cx="120" cy="23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71" name="Line 35"/>
            <p:cNvSpPr/>
            <p:nvPr/>
          </p:nvSpPr>
          <p:spPr>
            <a:xfrm>
              <a:off x="2344" y="2448"/>
              <a:ext cx="134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1272" name="Line 36"/>
            <p:cNvSpPr/>
            <p:nvPr/>
          </p:nvSpPr>
          <p:spPr>
            <a:xfrm flipV="1">
              <a:off x="2344" y="1872"/>
              <a:ext cx="0" cy="110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graphicFrame>
          <p:nvGraphicFramePr>
            <p:cNvPr id="11273" name="Object 37"/>
            <p:cNvGraphicFramePr>
              <a:graphicFrameLocks noChangeAspect="1"/>
            </p:cNvGraphicFramePr>
            <p:nvPr/>
          </p:nvGraphicFramePr>
          <p:xfrm>
            <a:off x="2104" y="1824"/>
            <a:ext cx="189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7" name="" r:id="rId18" imgW="177800" imgH="190500" progId="Equation.3">
                    <p:embed/>
                  </p:oleObj>
                </mc:Choice>
                <mc:Fallback>
                  <p:oleObj name="" r:id="rId18" imgW="177800" imgH="190500" progId="Equation.3">
                    <p:embed/>
                    <p:pic>
                      <p:nvPicPr>
                        <p:cNvPr id="0" name="图片 315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104" y="1824"/>
                          <a:ext cx="189" cy="2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4" name="Object 38"/>
            <p:cNvGraphicFramePr>
              <a:graphicFrameLocks noChangeAspect="1"/>
            </p:cNvGraphicFramePr>
            <p:nvPr/>
          </p:nvGraphicFramePr>
          <p:xfrm>
            <a:off x="2073" y="2304"/>
            <a:ext cx="25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8" name="" r:id="rId19" imgW="127000" imgH="139700" progId="Equation.3">
                    <p:embed/>
                  </p:oleObj>
                </mc:Choice>
                <mc:Fallback>
                  <p:oleObj name="" r:id="rId19" imgW="127000" imgH="139700" progId="Equation.3">
                    <p:embed/>
                    <p:pic>
                      <p:nvPicPr>
                        <p:cNvPr id="0" name="图片 3157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073" y="2304"/>
                          <a:ext cx="258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2791" name="Rectangle 39"/>
            <p:cNvSpPr>
              <a:spLocks noChangeArrowheads="1"/>
            </p:cNvSpPr>
            <p:nvPr/>
          </p:nvSpPr>
          <p:spPr bwMode="auto">
            <a:xfrm>
              <a:off x="2112" y="1296"/>
              <a:ext cx="1584" cy="384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50000">
                  <a:schemeClr val="bg1"/>
                </a:gs>
                <a:gs pos="100000">
                  <a:schemeClr val="folHlink"/>
                </a:gs>
              </a:gsLst>
              <a:lin ang="5400000" scaled="1"/>
            </a:gradFill>
            <a:ln w="19050">
              <a:solidFill>
                <a:srgbClr val="CC00CC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1276" name="Object 40"/>
            <p:cNvGraphicFramePr>
              <a:graphicFrameLocks noChangeAspect="1"/>
            </p:cNvGraphicFramePr>
            <p:nvPr/>
          </p:nvGraphicFramePr>
          <p:xfrm>
            <a:off x="2152" y="1296"/>
            <a:ext cx="1056" cy="3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4" name="" r:id="rId21" imgW="596900" imgH="203200" progId="Equation.3">
                    <p:embed/>
                  </p:oleObj>
                </mc:Choice>
                <mc:Fallback>
                  <p:oleObj name="" r:id="rId21" imgW="596900" imgH="203200" progId="Equation.3">
                    <p:embed/>
                    <p:pic>
                      <p:nvPicPr>
                        <p:cNvPr id="0" name="图片 3143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152" y="1296"/>
                          <a:ext cx="1056" cy="35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77" name="Line 41"/>
            <p:cNvSpPr/>
            <p:nvPr/>
          </p:nvSpPr>
          <p:spPr>
            <a:xfrm>
              <a:off x="2008" y="1008"/>
              <a:ext cx="0" cy="2160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78" name="Freeform 42"/>
            <p:cNvSpPr>
              <a:spLocks noChangeAspect="1"/>
            </p:cNvSpPr>
            <p:nvPr/>
          </p:nvSpPr>
          <p:spPr>
            <a:xfrm>
              <a:off x="2344" y="2064"/>
              <a:ext cx="1056" cy="864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7" y="12"/>
                </a:cxn>
                <a:cxn ang="0">
                  <a:pos x="12" y="34"/>
                </a:cxn>
                <a:cxn ang="0">
                  <a:pos x="16" y="66"/>
                </a:cxn>
                <a:cxn ang="0">
                  <a:pos x="21" y="106"/>
                </a:cxn>
                <a:cxn ang="0">
                  <a:pos x="26" y="152"/>
                </a:cxn>
                <a:cxn ang="0">
                  <a:pos x="31" y="202"/>
                </a:cxn>
                <a:cxn ang="0">
                  <a:pos x="35" y="253"/>
                </a:cxn>
                <a:cxn ang="0">
                  <a:pos x="40" y="302"/>
                </a:cxn>
                <a:cxn ang="0">
                  <a:pos x="45" y="349"/>
                </a:cxn>
                <a:cxn ang="0">
                  <a:pos x="49" y="390"/>
                </a:cxn>
                <a:cxn ang="0">
                  <a:pos x="54" y="422"/>
                </a:cxn>
                <a:cxn ang="0">
                  <a:pos x="59" y="446"/>
                </a:cxn>
                <a:cxn ang="0">
                  <a:pos x="63" y="459"/>
                </a:cxn>
                <a:cxn ang="0">
                  <a:pos x="68" y="460"/>
                </a:cxn>
                <a:cxn ang="0">
                  <a:pos x="73" y="451"/>
                </a:cxn>
                <a:cxn ang="0">
                  <a:pos x="77" y="430"/>
                </a:cxn>
                <a:cxn ang="0">
                  <a:pos x="82" y="399"/>
                </a:cxn>
                <a:cxn ang="0">
                  <a:pos x="86" y="361"/>
                </a:cxn>
                <a:cxn ang="0">
                  <a:pos x="91" y="316"/>
                </a:cxn>
                <a:cxn ang="0">
                  <a:pos x="96" y="267"/>
                </a:cxn>
                <a:cxn ang="0">
                  <a:pos x="101" y="215"/>
                </a:cxn>
                <a:cxn ang="0">
                  <a:pos x="105" y="165"/>
                </a:cxn>
                <a:cxn ang="0">
                  <a:pos x="110" y="118"/>
                </a:cxn>
                <a:cxn ang="0">
                  <a:pos x="115" y="77"/>
                </a:cxn>
                <a:cxn ang="0">
                  <a:pos x="119" y="42"/>
                </a:cxn>
                <a:cxn ang="0">
                  <a:pos x="124" y="18"/>
                </a:cxn>
                <a:cxn ang="0">
                  <a:pos x="129" y="4"/>
                </a:cxn>
                <a:cxn ang="0">
                  <a:pos x="134" y="1"/>
                </a:cxn>
                <a:cxn ang="0">
                  <a:pos x="138" y="9"/>
                </a:cxn>
                <a:cxn ang="0">
                  <a:pos x="143" y="28"/>
                </a:cxn>
                <a:cxn ang="0">
                  <a:pos x="147" y="57"/>
                </a:cxn>
                <a:cxn ang="0">
                  <a:pos x="152" y="94"/>
                </a:cxn>
                <a:cxn ang="0">
                  <a:pos x="157" y="139"/>
                </a:cxn>
                <a:cxn ang="0">
                  <a:pos x="161" y="187"/>
                </a:cxn>
                <a:cxn ang="0">
                  <a:pos x="166" y="239"/>
                </a:cxn>
                <a:cxn ang="0">
                  <a:pos x="171" y="289"/>
                </a:cxn>
              </a:cxnLst>
              <a:pathLst>
                <a:path w="2625" h="1183">
                  <a:moveTo>
                    <a:pt x="0" y="0"/>
                  </a:moveTo>
                  <a:lnTo>
                    <a:pt x="37" y="4"/>
                  </a:lnTo>
                  <a:lnTo>
                    <a:pt x="71" y="14"/>
                  </a:lnTo>
                  <a:lnTo>
                    <a:pt x="108" y="32"/>
                  </a:lnTo>
                  <a:lnTo>
                    <a:pt x="144" y="58"/>
                  </a:lnTo>
                  <a:lnTo>
                    <a:pt x="180" y="89"/>
                  </a:lnTo>
                  <a:lnTo>
                    <a:pt x="215" y="127"/>
                  </a:lnTo>
                  <a:lnTo>
                    <a:pt x="251" y="170"/>
                  </a:lnTo>
                  <a:lnTo>
                    <a:pt x="287" y="219"/>
                  </a:lnTo>
                  <a:lnTo>
                    <a:pt x="324" y="272"/>
                  </a:lnTo>
                  <a:lnTo>
                    <a:pt x="359" y="329"/>
                  </a:lnTo>
                  <a:lnTo>
                    <a:pt x="395" y="390"/>
                  </a:lnTo>
                  <a:lnTo>
                    <a:pt x="432" y="453"/>
                  </a:lnTo>
                  <a:lnTo>
                    <a:pt x="467" y="517"/>
                  </a:lnTo>
                  <a:lnTo>
                    <a:pt x="503" y="583"/>
                  </a:lnTo>
                  <a:lnTo>
                    <a:pt x="540" y="649"/>
                  </a:lnTo>
                  <a:lnTo>
                    <a:pt x="575" y="713"/>
                  </a:lnTo>
                  <a:lnTo>
                    <a:pt x="612" y="777"/>
                  </a:lnTo>
                  <a:lnTo>
                    <a:pt x="646" y="839"/>
                  </a:lnTo>
                  <a:lnTo>
                    <a:pt x="683" y="896"/>
                  </a:lnTo>
                  <a:lnTo>
                    <a:pt x="720" y="951"/>
                  </a:lnTo>
                  <a:lnTo>
                    <a:pt x="754" y="1001"/>
                  </a:lnTo>
                  <a:lnTo>
                    <a:pt x="791" y="1046"/>
                  </a:lnTo>
                  <a:lnTo>
                    <a:pt x="828" y="1085"/>
                  </a:lnTo>
                  <a:lnTo>
                    <a:pt x="863" y="1118"/>
                  </a:lnTo>
                  <a:lnTo>
                    <a:pt x="899" y="1145"/>
                  </a:lnTo>
                  <a:lnTo>
                    <a:pt x="936" y="1165"/>
                  </a:lnTo>
                  <a:lnTo>
                    <a:pt x="971" y="1178"/>
                  </a:lnTo>
                  <a:lnTo>
                    <a:pt x="1008" y="1183"/>
                  </a:lnTo>
                  <a:lnTo>
                    <a:pt x="1042" y="1182"/>
                  </a:lnTo>
                  <a:lnTo>
                    <a:pt x="1079" y="1173"/>
                  </a:lnTo>
                  <a:lnTo>
                    <a:pt x="1115" y="1157"/>
                  </a:lnTo>
                  <a:lnTo>
                    <a:pt x="1151" y="1134"/>
                  </a:lnTo>
                  <a:lnTo>
                    <a:pt x="1186" y="1104"/>
                  </a:lnTo>
                  <a:lnTo>
                    <a:pt x="1223" y="1068"/>
                  </a:lnTo>
                  <a:lnTo>
                    <a:pt x="1259" y="1026"/>
                  </a:lnTo>
                  <a:lnTo>
                    <a:pt x="1295" y="979"/>
                  </a:lnTo>
                  <a:lnTo>
                    <a:pt x="1331" y="927"/>
                  </a:lnTo>
                  <a:lnTo>
                    <a:pt x="1366" y="870"/>
                  </a:lnTo>
                  <a:lnTo>
                    <a:pt x="1403" y="811"/>
                  </a:lnTo>
                  <a:lnTo>
                    <a:pt x="1437" y="749"/>
                  </a:lnTo>
                  <a:lnTo>
                    <a:pt x="1474" y="685"/>
                  </a:lnTo>
                  <a:lnTo>
                    <a:pt x="1511" y="620"/>
                  </a:lnTo>
                  <a:lnTo>
                    <a:pt x="1546" y="553"/>
                  </a:lnTo>
                  <a:lnTo>
                    <a:pt x="1582" y="488"/>
                  </a:lnTo>
                  <a:lnTo>
                    <a:pt x="1619" y="424"/>
                  </a:lnTo>
                  <a:lnTo>
                    <a:pt x="1654" y="362"/>
                  </a:lnTo>
                  <a:lnTo>
                    <a:pt x="1691" y="303"/>
                  </a:lnTo>
                  <a:lnTo>
                    <a:pt x="1727" y="247"/>
                  </a:lnTo>
                  <a:lnTo>
                    <a:pt x="1762" y="197"/>
                  </a:lnTo>
                  <a:lnTo>
                    <a:pt x="1799" y="150"/>
                  </a:lnTo>
                  <a:lnTo>
                    <a:pt x="1834" y="109"/>
                  </a:lnTo>
                  <a:lnTo>
                    <a:pt x="1870" y="75"/>
                  </a:lnTo>
                  <a:lnTo>
                    <a:pt x="1907" y="45"/>
                  </a:lnTo>
                  <a:lnTo>
                    <a:pt x="1942" y="24"/>
                  </a:lnTo>
                  <a:lnTo>
                    <a:pt x="1979" y="9"/>
                  </a:lnTo>
                  <a:lnTo>
                    <a:pt x="2014" y="1"/>
                  </a:lnTo>
                  <a:lnTo>
                    <a:pt x="2050" y="1"/>
                  </a:lnTo>
                  <a:lnTo>
                    <a:pt x="2086" y="8"/>
                  </a:lnTo>
                  <a:lnTo>
                    <a:pt x="2123" y="22"/>
                  </a:lnTo>
                  <a:lnTo>
                    <a:pt x="2157" y="43"/>
                  </a:lnTo>
                  <a:lnTo>
                    <a:pt x="2194" y="71"/>
                  </a:lnTo>
                  <a:lnTo>
                    <a:pt x="2230" y="105"/>
                  </a:lnTo>
                  <a:lnTo>
                    <a:pt x="2265" y="146"/>
                  </a:lnTo>
                  <a:lnTo>
                    <a:pt x="2302" y="191"/>
                  </a:lnTo>
                  <a:lnTo>
                    <a:pt x="2337" y="242"/>
                  </a:lnTo>
                  <a:lnTo>
                    <a:pt x="2374" y="298"/>
                  </a:lnTo>
                  <a:lnTo>
                    <a:pt x="2410" y="356"/>
                  </a:lnTo>
                  <a:lnTo>
                    <a:pt x="2445" y="418"/>
                  </a:lnTo>
                  <a:lnTo>
                    <a:pt x="2482" y="481"/>
                  </a:lnTo>
                  <a:lnTo>
                    <a:pt x="2519" y="547"/>
                  </a:lnTo>
                  <a:lnTo>
                    <a:pt x="2553" y="613"/>
                  </a:lnTo>
                  <a:lnTo>
                    <a:pt x="2590" y="679"/>
                  </a:lnTo>
                  <a:lnTo>
                    <a:pt x="2625" y="742"/>
                  </a:lnTo>
                </a:path>
              </a:pathLst>
            </a:custGeom>
            <a:noFill/>
            <a:ln w="2857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1279" name="Freeform 43"/>
            <p:cNvSpPr>
              <a:spLocks noChangeAspect="1"/>
            </p:cNvSpPr>
            <p:nvPr/>
          </p:nvSpPr>
          <p:spPr>
            <a:xfrm flipV="1">
              <a:off x="2369" y="2161"/>
              <a:ext cx="1031" cy="575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6" y="4"/>
                </a:cxn>
                <a:cxn ang="0">
                  <a:pos x="11" y="10"/>
                </a:cxn>
                <a:cxn ang="0">
                  <a:pos x="15" y="19"/>
                </a:cxn>
                <a:cxn ang="0">
                  <a:pos x="20" y="31"/>
                </a:cxn>
                <a:cxn ang="0">
                  <a:pos x="24" y="45"/>
                </a:cxn>
                <a:cxn ang="0">
                  <a:pos x="28" y="59"/>
                </a:cxn>
                <a:cxn ang="0">
                  <a:pos x="33" y="74"/>
                </a:cxn>
                <a:cxn ang="0">
                  <a:pos x="37" y="89"/>
                </a:cxn>
                <a:cxn ang="0">
                  <a:pos x="41" y="103"/>
                </a:cxn>
                <a:cxn ang="0">
                  <a:pos x="46" y="115"/>
                </a:cxn>
                <a:cxn ang="0">
                  <a:pos x="50" y="124"/>
                </a:cxn>
                <a:cxn ang="0">
                  <a:pos x="55" y="132"/>
                </a:cxn>
                <a:cxn ang="0">
                  <a:pos x="59" y="136"/>
                </a:cxn>
                <a:cxn ang="0">
                  <a:pos x="63" y="136"/>
                </a:cxn>
                <a:cxn ang="0">
                  <a:pos x="68" y="133"/>
                </a:cxn>
                <a:cxn ang="0">
                  <a:pos x="72" y="127"/>
                </a:cxn>
                <a:cxn ang="0">
                  <a:pos x="76" y="118"/>
                </a:cxn>
                <a:cxn ang="0">
                  <a:pos x="81" y="106"/>
                </a:cxn>
                <a:cxn ang="0">
                  <a:pos x="85" y="93"/>
                </a:cxn>
                <a:cxn ang="0">
                  <a:pos x="89" y="79"/>
                </a:cxn>
                <a:cxn ang="0">
                  <a:pos x="93" y="64"/>
                </a:cxn>
                <a:cxn ang="0">
                  <a:pos x="98" y="49"/>
                </a:cxn>
                <a:cxn ang="0">
                  <a:pos x="103" y="35"/>
                </a:cxn>
                <a:cxn ang="0">
                  <a:pos x="107" y="23"/>
                </a:cxn>
                <a:cxn ang="0">
                  <a:pos x="111" y="13"/>
                </a:cxn>
                <a:cxn ang="0">
                  <a:pos x="115" y="5"/>
                </a:cxn>
                <a:cxn ang="0">
                  <a:pos x="120" y="1"/>
                </a:cxn>
                <a:cxn ang="0">
                  <a:pos x="124" y="0"/>
                </a:cxn>
                <a:cxn ang="0">
                  <a:pos x="129" y="2"/>
                </a:cxn>
                <a:cxn ang="0">
                  <a:pos x="133" y="8"/>
                </a:cxn>
                <a:cxn ang="0">
                  <a:pos x="137" y="17"/>
                </a:cxn>
                <a:cxn ang="0">
                  <a:pos x="142" y="28"/>
                </a:cxn>
                <a:cxn ang="0">
                  <a:pos x="146" y="41"/>
                </a:cxn>
                <a:cxn ang="0">
                  <a:pos x="150" y="55"/>
                </a:cxn>
                <a:cxn ang="0">
                  <a:pos x="155" y="70"/>
                </a:cxn>
                <a:cxn ang="0">
                  <a:pos x="159" y="85"/>
                </a:cxn>
              </a:cxnLst>
              <a:pathLst>
                <a:path w="2625" h="1183">
                  <a:moveTo>
                    <a:pt x="0" y="0"/>
                  </a:moveTo>
                  <a:lnTo>
                    <a:pt x="37" y="4"/>
                  </a:lnTo>
                  <a:lnTo>
                    <a:pt x="71" y="14"/>
                  </a:lnTo>
                  <a:lnTo>
                    <a:pt x="108" y="32"/>
                  </a:lnTo>
                  <a:lnTo>
                    <a:pt x="144" y="58"/>
                  </a:lnTo>
                  <a:lnTo>
                    <a:pt x="180" y="89"/>
                  </a:lnTo>
                  <a:lnTo>
                    <a:pt x="215" y="127"/>
                  </a:lnTo>
                  <a:lnTo>
                    <a:pt x="251" y="170"/>
                  </a:lnTo>
                  <a:lnTo>
                    <a:pt x="287" y="219"/>
                  </a:lnTo>
                  <a:lnTo>
                    <a:pt x="324" y="272"/>
                  </a:lnTo>
                  <a:lnTo>
                    <a:pt x="359" y="329"/>
                  </a:lnTo>
                  <a:lnTo>
                    <a:pt x="395" y="390"/>
                  </a:lnTo>
                  <a:lnTo>
                    <a:pt x="432" y="453"/>
                  </a:lnTo>
                  <a:lnTo>
                    <a:pt x="467" y="517"/>
                  </a:lnTo>
                  <a:lnTo>
                    <a:pt x="503" y="583"/>
                  </a:lnTo>
                  <a:lnTo>
                    <a:pt x="540" y="649"/>
                  </a:lnTo>
                  <a:lnTo>
                    <a:pt x="575" y="713"/>
                  </a:lnTo>
                  <a:lnTo>
                    <a:pt x="612" y="777"/>
                  </a:lnTo>
                  <a:lnTo>
                    <a:pt x="646" y="839"/>
                  </a:lnTo>
                  <a:lnTo>
                    <a:pt x="683" y="896"/>
                  </a:lnTo>
                  <a:lnTo>
                    <a:pt x="720" y="951"/>
                  </a:lnTo>
                  <a:lnTo>
                    <a:pt x="754" y="1001"/>
                  </a:lnTo>
                  <a:lnTo>
                    <a:pt x="791" y="1046"/>
                  </a:lnTo>
                  <a:lnTo>
                    <a:pt x="828" y="1085"/>
                  </a:lnTo>
                  <a:lnTo>
                    <a:pt x="863" y="1118"/>
                  </a:lnTo>
                  <a:lnTo>
                    <a:pt x="899" y="1145"/>
                  </a:lnTo>
                  <a:lnTo>
                    <a:pt x="936" y="1165"/>
                  </a:lnTo>
                  <a:lnTo>
                    <a:pt x="971" y="1178"/>
                  </a:lnTo>
                  <a:lnTo>
                    <a:pt x="1008" y="1183"/>
                  </a:lnTo>
                  <a:lnTo>
                    <a:pt x="1042" y="1182"/>
                  </a:lnTo>
                  <a:lnTo>
                    <a:pt x="1079" y="1173"/>
                  </a:lnTo>
                  <a:lnTo>
                    <a:pt x="1115" y="1157"/>
                  </a:lnTo>
                  <a:lnTo>
                    <a:pt x="1151" y="1134"/>
                  </a:lnTo>
                  <a:lnTo>
                    <a:pt x="1186" y="1104"/>
                  </a:lnTo>
                  <a:lnTo>
                    <a:pt x="1223" y="1068"/>
                  </a:lnTo>
                  <a:lnTo>
                    <a:pt x="1259" y="1026"/>
                  </a:lnTo>
                  <a:lnTo>
                    <a:pt x="1295" y="979"/>
                  </a:lnTo>
                  <a:lnTo>
                    <a:pt x="1331" y="927"/>
                  </a:lnTo>
                  <a:lnTo>
                    <a:pt x="1366" y="870"/>
                  </a:lnTo>
                  <a:lnTo>
                    <a:pt x="1403" y="811"/>
                  </a:lnTo>
                  <a:lnTo>
                    <a:pt x="1437" y="749"/>
                  </a:lnTo>
                  <a:lnTo>
                    <a:pt x="1474" y="685"/>
                  </a:lnTo>
                  <a:lnTo>
                    <a:pt x="1511" y="620"/>
                  </a:lnTo>
                  <a:lnTo>
                    <a:pt x="1546" y="553"/>
                  </a:lnTo>
                  <a:lnTo>
                    <a:pt x="1582" y="488"/>
                  </a:lnTo>
                  <a:lnTo>
                    <a:pt x="1619" y="424"/>
                  </a:lnTo>
                  <a:lnTo>
                    <a:pt x="1654" y="362"/>
                  </a:lnTo>
                  <a:lnTo>
                    <a:pt x="1691" y="303"/>
                  </a:lnTo>
                  <a:lnTo>
                    <a:pt x="1727" y="247"/>
                  </a:lnTo>
                  <a:lnTo>
                    <a:pt x="1762" y="197"/>
                  </a:lnTo>
                  <a:lnTo>
                    <a:pt x="1799" y="150"/>
                  </a:lnTo>
                  <a:lnTo>
                    <a:pt x="1834" y="109"/>
                  </a:lnTo>
                  <a:lnTo>
                    <a:pt x="1870" y="75"/>
                  </a:lnTo>
                  <a:lnTo>
                    <a:pt x="1907" y="45"/>
                  </a:lnTo>
                  <a:lnTo>
                    <a:pt x="1942" y="24"/>
                  </a:lnTo>
                  <a:lnTo>
                    <a:pt x="1979" y="9"/>
                  </a:lnTo>
                  <a:lnTo>
                    <a:pt x="2014" y="1"/>
                  </a:lnTo>
                  <a:lnTo>
                    <a:pt x="2050" y="1"/>
                  </a:lnTo>
                  <a:lnTo>
                    <a:pt x="2086" y="8"/>
                  </a:lnTo>
                  <a:lnTo>
                    <a:pt x="2123" y="22"/>
                  </a:lnTo>
                  <a:lnTo>
                    <a:pt x="2157" y="43"/>
                  </a:lnTo>
                  <a:lnTo>
                    <a:pt x="2194" y="71"/>
                  </a:lnTo>
                  <a:lnTo>
                    <a:pt x="2230" y="105"/>
                  </a:lnTo>
                  <a:lnTo>
                    <a:pt x="2265" y="146"/>
                  </a:lnTo>
                  <a:lnTo>
                    <a:pt x="2302" y="191"/>
                  </a:lnTo>
                  <a:lnTo>
                    <a:pt x="2337" y="242"/>
                  </a:lnTo>
                  <a:lnTo>
                    <a:pt x="2374" y="298"/>
                  </a:lnTo>
                  <a:lnTo>
                    <a:pt x="2410" y="356"/>
                  </a:lnTo>
                  <a:lnTo>
                    <a:pt x="2445" y="418"/>
                  </a:lnTo>
                  <a:lnTo>
                    <a:pt x="2482" y="481"/>
                  </a:lnTo>
                  <a:lnTo>
                    <a:pt x="2519" y="547"/>
                  </a:lnTo>
                  <a:lnTo>
                    <a:pt x="2553" y="613"/>
                  </a:lnTo>
                  <a:lnTo>
                    <a:pt x="2590" y="679"/>
                  </a:lnTo>
                  <a:lnTo>
                    <a:pt x="2625" y="742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1280" name="Group 50"/>
            <p:cNvGrpSpPr/>
            <p:nvPr/>
          </p:nvGrpSpPr>
          <p:grpSpPr>
            <a:xfrm>
              <a:off x="2008" y="1008"/>
              <a:ext cx="1728" cy="2160"/>
              <a:chOff x="1968" y="912"/>
              <a:chExt cx="1728" cy="2160"/>
            </a:xfrm>
          </p:grpSpPr>
          <p:sp>
            <p:nvSpPr>
              <p:cNvPr id="11282" name="Line 29"/>
              <p:cNvSpPr/>
              <p:nvPr/>
            </p:nvSpPr>
            <p:spPr>
              <a:xfrm>
                <a:off x="3696" y="912"/>
                <a:ext cx="0" cy="2160"/>
              </a:xfrm>
              <a:prstGeom prst="line">
                <a:avLst/>
              </a:prstGeom>
              <a:ln w="9525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83" name="Rectangle 47"/>
              <p:cNvSpPr/>
              <p:nvPr/>
            </p:nvSpPr>
            <p:spPr>
              <a:xfrm>
                <a:off x="1968" y="912"/>
                <a:ext cx="1728" cy="2160"/>
              </a:xfrm>
              <a:prstGeom prst="rect">
                <a:avLst/>
              </a:prstGeom>
              <a:noFill/>
              <a:ln w="9525" cap="flat" cmpd="sng">
                <a:solidFill>
                  <a:srgbClr val="006600"/>
                </a:solidFill>
                <a:prstDash val="solid"/>
                <a:miter/>
                <a:headEnd type="none" w="med" len="med"/>
                <a:tailEnd type="none" w="sm" len="lg"/>
              </a:ln>
            </p:spPr>
            <p:txBody>
              <a:bodyPr wrap="none" anchor="ctr" anchorCtr="0"/>
              <a:p>
                <a:pPr eaLnBrk="1" hangingPunct="1">
                  <a:spcBef>
                    <a:spcPct val="50000"/>
                  </a:spcBef>
                </a:pP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1281" name="Text Box 44"/>
            <p:cNvSpPr txBox="1"/>
            <p:nvPr/>
          </p:nvSpPr>
          <p:spPr>
            <a:xfrm>
              <a:off x="3112" y="1296"/>
              <a:ext cx="9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反相</a:t>
              </a:r>
              <a:endParaRPr lang="zh-CN" altLang="en-US" dirty="0">
                <a:solidFill>
                  <a:srgbClr val="CC00CC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2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2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02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Text Box 2"/>
          <p:cNvSpPr txBox="1">
            <a:spLocks noChangeArrowheads="1"/>
          </p:cNvSpPr>
          <p:nvPr/>
        </p:nvSpPr>
        <p:spPr bwMode="auto">
          <a:xfrm>
            <a:off x="381000" y="846138"/>
            <a:ext cx="8540750" cy="23780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</a:t>
            </a:r>
            <a:r>
              <a:rPr kumimoji="0" lang="zh-CN" altLang="en-US" sz="3200" kern="1200" cap="none" spc="0" normalizeH="0" baseline="0" noProof="0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例</a:t>
            </a:r>
            <a:r>
              <a:rPr kumimoji="0" lang="zh-CN" altLang="en-US" sz="3200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一质量为</a:t>
            </a:r>
            <a:r>
              <a:rPr kumimoji="0" lang="zh-CN" altLang="en-US" sz="3200" b="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0.01 </a:t>
            </a:r>
            <a:r>
              <a:rPr kumimoji="0" lang="en-US" altLang="zh-CN" sz="3200" b="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kg</a:t>
            </a:r>
            <a:r>
              <a:rPr kumimoji="0" lang="zh-CN" altLang="en-US" sz="3200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的物体作简谐振动，其振幅为</a:t>
            </a:r>
            <a:r>
              <a:rPr kumimoji="0" lang="zh-CN" altLang="en-US" sz="3200" b="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0.08 </a:t>
            </a:r>
            <a:r>
              <a:rPr kumimoji="0" lang="en-US" altLang="zh-CN" sz="3200" b="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0" lang="en-US" altLang="zh-CN" sz="3200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</a:t>
            </a:r>
            <a:r>
              <a:rPr kumimoji="0" lang="zh-CN" altLang="en-US" sz="3200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周期为</a:t>
            </a:r>
            <a:r>
              <a:rPr kumimoji="0" lang="zh-CN" altLang="en-US" sz="3200" b="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 </a:t>
            </a:r>
            <a:r>
              <a:rPr kumimoji="0" lang="en-US" altLang="zh-CN" sz="3200" b="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0" lang="en-US" altLang="zh-CN" sz="3200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</a:t>
            </a:r>
            <a:r>
              <a:rPr kumimoji="0" lang="zh-CN" altLang="en-US" sz="3200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起始时刻物体在</a:t>
            </a:r>
            <a:r>
              <a:rPr kumimoji="0" lang="en-US" altLang="zh-CN" sz="3200" b="0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3200" b="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=0.04 m</a:t>
            </a:r>
            <a:r>
              <a:rPr kumimoji="0" lang="zh-CN" altLang="en-US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处，</a:t>
            </a:r>
            <a:r>
              <a:rPr kumimoji="0" lang="zh-CN" altLang="en-US" sz="3200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向</a:t>
            </a:r>
            <a:r>
              <a:rPr kumimoji="0" lang="en-US" altLang="zh-CN" sz="3200" i="1" kern="1400" cap="none" spc="100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O</a:t>
            </a:r>
            <a:r>
              <a:rPr kumimoji="0" lang="en-US" altLang="zh-CN" sz="3200" b="0" i="1" kern="1400" cap="none" spc="100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zh-CN" altLang="en-US" sz="3200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轴负方向运动（如图）.</a:t>
            </a:r>
            <a:r>
              <a:rPr kumimoji="0" lang="zh-CN" altLang="en-US" sz="3200" kern="1200" cap="none" spc="0" normalizeH="0" baseline="0" noProof="0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试求</a:t>
            </a:r>
            <a:r>
              <a:rPr kumimoji="0" lang="en-US" altLang="zh-CN" sz="3200" kern="1200" cap="none" spc="0" normalizeH="0" baseline="0" noProof="0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:</a:t>
            </a:r>
            <a:endParaRPr kumimoji="0" lang="en-US" altLang="zh-CN" sz="3200" kern="1200" cap="none" spc="0" normalizeH="0" baseline="0" noProof="0" dirty="0">
              <a:solidFill>
                <a:srgbClr val="CC0000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1" name="Rectangle 8"/>
          <p:cNvSpPr/>
          <p:nvPr/>
        </p:nvSpPr>
        <p:spPr>
          <a:xfrm>
            <a:off x="381000" y="2819400"/>
            <a:ext cx="8001000" cy="1260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 dirty="0">
                <a:solidFill>
                  <a:srgbClr val="CC0000"/>
                </a:solidFill>
                <a:latin typeface="宋体" panose="02010600030101010101" pitchFamily="2" charset="-122"/>
              </a:rPr>
              <a:t>    （</a:t>
            </a:r>
            <a:r>
              <a:rPr lang="en-US" altLang="zh-CN" sz="3200" dirty="0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3200" dirty="0">
                <a:solidFill>
                  <a:srgbClr val="CC0000"/>
                </a:solidFill>
                <a:latin typeface="宋体" panose="02010600030101010101" pitchFamily="2" charset="-122"/>
              </a:rPr>
              <a:t>）</a:t>
            </a:r>
            <a:r>
              <a:rPr lang="en-US" altLang="zh-CN" sz="3200" b="0" i="1" dirty="0">
                <a:latin typeface="Times New Roman" panose="02020603050405020304" pitchFamily="18" charset="0"/>
              </a:rPr>
              <a:t>t</a:t>
            </a:r>
            <a:r>
              <a:rPr lang="en-US" altLang="zh-CN" sz="3200" b="0" dirty="0">
                <a:latin typeface="Times New Roman" panose="02020603050405020304" pitchFamily="18" charset="0"/>
              </a:rPr>
              <a:t>=1.0 s</a:t>
            </a:r>
            <a:r>
              <a:rPr lang="zh-CN" altLang="en-US" sz="3200" dirty="0">
                <a:latin typeface="宋体" panose="02010600030101010101" pitchFamily="2" charset="-122"/>
              </a:rPr>
              <a:t>时，物体所处的位置和所受的力；</a:t>
            </a:r>
            <a:r>
              <a:rPr lang="zh-CN" altLang="en-US" dirty="0">
                <a:latin typeface="宋体" panose="02010600030101010101" pitchFamily="2" charset="-122"/>
              </a:rPr>
              <a:t>   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grpSp>
        <p:nvGrpSpPr>
          <p:cNvPr id="12292" name="Group 98"/>
          <p:cNvGrpSpPr/>
          <p:nvPr/>
        </p:nvGrpSpPr>
        <p:grpSpPr>
          <a:xfrm>
            <a:off x="685800" y="4114800"/>
            <a:ext cx="7772400" cy="2133600"/>
            <a:chOff x="480" y="2448"/>
            <a:chExt cx="4896" cy="1344"/>
          </a:xfrm>
        </p:grpSpPr>
        <p:sp>
          <p:nvSpPr>
            <p:cNvPr id="12293" name="Rectangle 69"/>
            <p:cNvSpPr/>
            <p:nvPr/>
          </p:nvSpPr>
          <p:spPr>
            <a:xfrm>
              <a:off x="480" y="2448"/>
              <a:ext cx="4896" cy="134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2294" name="Line 15"/>
            <p:cNvSpPr/>
            <p:nvPr/>
          </p:nvSpPr>
          <p:spPr>
            <a:xfrm>
              <a:off x="864" y="3120"/>
              <a:ext cx="39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2295" name="Oval 56"/>
            <p:cNvSpPr/>
            <p:nvPr/>
          </p:nvSpPr>
          <p:spPr>
            <a:xfrm>
              <a:off x="3216" y="3024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5C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2296" name="Line 58"/>
            <p:cNvSpPr/>
            <p:nvPr/>
          </p:nvSpPr>
          <p:spPr>
            <a:xfrm flipV="1">
              <a:off x="1296" y="2928"/>
              <a:ext cx="0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2297" name="Line 59"/>
            <p:cNvSpPr/>
            <p:nvPr/>
          </p:nvSpPr>
          <p:spPr>
            <a:xfrm flipV="1">
              <a:off x="1968" y="2928"/>
              <a:ext cx="0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2298" name="Line 60"/>
            <p:cNvSpPr/>
            <p:nvPr/>
          </p:nvSpPr>
          <p:spPr>
            <a:xfrm flipV="1">
              <a:off x="2640" y="2928"/>
              <a:ext cx="0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2299" name="Line 61"/>
            <p:cNvSpPr/>
            <p:nvPr/>
          </p:nvSpPr>
          <p:spPr>
            <a:xfrm flipV="1">
              <a:off x="3984" y="2928"/>
              <a:ext cx="0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2300" name="Line 62"/>
            <p:cNvSpPr/>
            <p:nvPr/>
          </p:nvSpPr>
          <p:spPr>
            <a:xfrm flipV="1">
              <a:off x="3312" y="2928"/>
              <a:ext cx="0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graphicFrame>
          <p:nvGraphicFramePr>
            <p:cNvPr id="12301" name="Object 63"/>
            <p:cNvGraphicFramePr>
              <a:graphicFrameLocks noChangeAspect="1"/>
            </p:cNvGraphicFramePr>
            <p:nvPr/>
          </p:nvGraphicFramePr>
          <p:xfrm>
            <a:off x="2496" y="3120"/>
            <a:ext cx="302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7" name="" r:id="rId1" imgW="127000" imgH="139700" progId="Equation.3">
                    <p:embed/>
                  </p:oleObj>
                </mc:Choice>
                <mc:Fallback>
                  <p:oleObj name="" r:id="rId1" imgW="127000" imgH="139700" progId="Equation.3">
                    <p:embed/>
                    <p:pic>
                      <p:nvPicPr>
                        <p:cNvPr id="0" name="图片 316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496" y="3120"/>
                          <a:ext cx="302" cy="3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2" name="Object 64"/>
            <p:cNvGraphicFramePr>
              <a:graphicFrameLocks noChangeAspect="1"/>
            </p:cNvGraphicFramePr>
            <p:nvPr/>
          </p:nvGraphicFramePr>
          <p:xfrm>
            <a:off x="720" y="3204"/>
            <a:ext cx="708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7" name="" r:id="rId3" imgW="419100" imgH="177800" progId="Equation.3">
                    <p:embed/>
                  </p:oleObj>
                </mc:Choice>
                <mc:Fallback>
                  <p:oleObj name="" r:id="rId3" imgW="419100" imgH="177800" progId="Equation.3">
                    <p:embed/>
                    <p:pic>
                      <p:nvPicPr>
                        <p:cNvPr id="0" name="图片 317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20" y="3204"/>
                          <a:ext cx="708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3" name="Object 65"/>
            <p:cNvGraphicFramePr>
              <a:graphicFrameLocks noChangeAspect="1"/>
            </p:cNvGraphicFramePr>
            <p:nvPr/>
          </p:nvGraphicFramePr>
          <p:xfrm>
            <a:off x="1536" y="3204"/>
            <a:ext cx="708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9" name="" r:id="rId5" imgW="419100" imgH="177800" progId="Equation.3">
                    <p:embed/>
                  </p:oleObj>
                </mc:Choice>
                <mc:Fallback>
                  <p:oleObj name="" r:id="rId5" imgW="419100" imgH="177800" progId="Equation.3">
                    <p:embed/>
                    <p:pic>
                      <p:nvPicPr>
                        <p:cNvPr id="0" name="图片 318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536" y="3204"/>
                          <a:ext cx="708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4" name="Object 66"/>
            <p:cNvGraphicFramePr>
              <a:graphicFrameLocks noChangeAspect="1"/>
            </p:cNvGraphicFramePr>
            <p:nvPr/>
          </p:nvGraphicFramePr>
          <p:xfrm>
            <a:off x="3072" y="3216"/>
            <a:ext cx="536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8" name="" r:id="rId7" imgW="316865" imgH="177800" progId="Equation.3">
                    <p:embed/>
                  </p:oleObj>
                </mc:Choice>
                <mc:Fallback>
                  <p:oleObj name="" r:id="rId7" imgW="316865" imgH="177800" progId="Equation.3">
                    <p:embed/>
                    <p:pic>
                      <p:nvPicPr>
                        <p:cNvPr id="0" name="图片 316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72" y="3216"/>
                          <a:ext cx="536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5" name="Object 67"/>
            <p:cNvGraphicFramePr>
              <a:graphicFrameLocks noChangeAspect="1"/>
            </p:cNvGraphicFramePr>
            <p:nvPr/>
          </p:nvGraphicFramePr>
          <p:xfrm>
            <a:off x="3840" y="3204"/>
            <a:ext cx="515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7" name="" r:id="rId9" imgW="304165" imgH="177800" progId="Equation.3">
                    <p:embed/>
                  </p:oleObj>
                </mc:Choice>
                <mc:Fallback>
                  <p:oleObj name="" r:id="rId9" imgW="304165" imgH="177800" progId="Equation.3">
                    <p:embed/>
                    <p:pic>
                      <p:nvPicPr>
                        <p:cNvPr id="0" name="图片 3186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840" y="3204"/>
                          <a:ext cx="515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6" name="Object 68"/>
            <p:cNvGraphicFramePr>
              <a:graphicFrameLocks noChangeAspect="1"/>
            </p:cNvGraphicFramePr>
            <p:nvPr/>
          </p:nvGraphicFramePr>
          <p:xfrm>
            <a:off x="4464" y="2836"/>
            <a:ext cx="480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0" name="" r:id="rId11" imgW="342900" imgH="177800" progId="Equation.3">
                    <p:embed/>
                  </p:oleObj>
                </mc:Choice>
                <mc:Fallback>
                  <p:oleObj name="" r:id="rId11" imgW="342900" imgH="177800" progId="Equation.3">
                    <p:embed/>
                    <p:pic>
                      <p:nvPicPr>
                        <p:cNvPr id="0" name="图片 3189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464" y="2836"/>
                          <a:ext cx="480" cy="2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7" name="Line 72"/>
            <p:cNvSpPr/>
            <p:nvPr/>
          </p:nvSpPr>
          <p:spPr>
            <a:xfrm flipH="1">
              <a:off x="3024" y="2736"/>
              <a:ext cx="576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p:graphicFrame>
          <p:nvGraphicFramePr>
            <p:cNvPr id="12308" name="Object 73"/>
            <p:cNvGraphicFramePr>
              <a:graphicFrameLocks noChangeAspect="1"/>
            </p:cNvGraphicFramePr>
            <p:nvPr/>
          </p:nvGraphicFramePr>
          <p:xfrm>
            <a:off x="2775" y="2640"/>
            <a:ext cx="210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8" name="" r:id="rId13" imgW="71755" imgH="91440" progId="Equation.3">
                    <p:embed/>
                  </p:oleObj>
                </mc:Choice>
                <mc:Fallback>
                  <p:oleObj name="" r:id="rId13" imgW="71755" imgH="91440" progId="Equation.3">
                    <p:embed/>
                    <p:pic>
                      <p:nvPicPr>
                        <p:cNvPr id="0" name="图片 3177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775" y="2640"/>
                          <a:ext cx="210" cy="2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04805" name="Object 5"/>
          <p:cNvGraphicFramePr>
            <a:graphicFrameLocks noChangeAspect="1"/>
          </p:cNvGraphicFramePr>
          <p:nvPr/>
        </p:nvGraphicFramePr>
        <p:xfrm>
          <a:off x="1296988" y="2970213"/>
          <a:ext cx="3473450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" name="" r:id="rId1" imgW="1358265" imgH="203200" progId="Equation.3">
                  <p:embed/>
                </p:oleObj>
              </mc:Choice>
              <mc:Fallback>
                <p:oleObj name="" r:id="rId1" imgW="1358265" imgH="203200" progId="Equation.3">
                  <p:embed/>
                  <p:pic>
                    <p:nvPicPr>
                      <p:cNvPr id="0" name="图片 31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96988" y="2970213"/>
                        <a:ext cx="3473450" cy="458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893" name="Group 93"/>
          <p:cNvGrpSpPr/>
          <p:nvPr/>
        </p:nvGrpSpPr>
        <p:grpSpPr>
          <a:xfrm>
            <a:off x="682625" y="3505200"/>
            <a:ext cx="4419600" cy="628650"/>
            <a:chOff x="480" y="1584"/>
            <a:chExt cx="2784" cy="396"/>
          </a:xfrm>
        </p:grpSpPr>
        <p:sp>
          <p:nvSpPr>
            <p:cNvPr id="13352" name="Text Box 7"/>
            <p:cNvSpPr txBox="1"/>
            <p:nvPr/>
          </p:nvSpPr>
          <p:spPr>
            <a:xfrm>
              <a:off x="480" y="1584"/>
              <a:ext cx="81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3200" dirty="0">
                  <a:latin typeface="Times New Roman" panose="02020603050405020304" pitchFamily="18" charset="0"/>
                </a:rPr>
                <a:t>代入</a:t>
              </a:r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3353" name="Object 8"/>
            <p:cNvGraphicFramePr>
              <a:graphicFrameLocks noChangeAspect="1"/>
            </p:cNvGraphicFramePr>
            <p:nvPr/>
          </p:nvGraphicFramePr>
          <p:xfrm>
            <a:off x="1104" y="1632"/>
            <a:ext cx="2160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4" name="" r:id="rId3" imgW="1333500" imgH="241300" progId="Equation.3">
                    <p:embed/>
                  </p:oleObj>
                </mc:Choice>
                <mc:Fallback>
                  <p:oleObj name="" r:id="rId3" imgW="1333500" imgH="241300" progId="Equation.3">
                    <p:embed/>
                    <p:pic>
                      <p:nvPicPr>
                        <p:cNvPr id="0" name="图片 317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104" y="1632"/>
                          <a:ext cx="2160" cy="3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4901" name="Group 101"/>
          <p:cNvGrpSpPr/>
          <p:nvPr/>
        </p:nvGrpSpPr>
        <p:grpSpPr>
          <a:xfrm>
            <a:off x="5178425" y="3251200"/>
            <a:ext cx="2201863" cy="990600"/>
            <a:chOff x="3312" y="2048"/>
            <a:chExt cx="1387" cy="624"/>
          </a:xfrm>
        </p:grpSpPr>
        <p:graphicFrame>
          <p:nvGraphicFramePr>
            <p:cNvPr id="13350" name="Object 10"/>
            <p:cNvGraphicFramePr>
              <a:graphicFrameLocks noChangeAspect="1"/>
            </p:cNvGraphicFramePr>
            <p:nvPr/>
          </p:nvGraphicFramePr>
          <p:xfrm>
            <a:off x="3888" y="2048"/>
            <a:ext cx="811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5" name="" r:id="rId5" imgW="609600" imgH="469900" progId="Equation.3">
                    <p:embed/>
                  </p:oleObj>
                </mc:Choice>
                <mc:Fallback>
                  <p:oleObj name="" r:id="rId5" imgW="609600" imgH="469900" progId="Equation.3">
                    <p:embed/>
                    <p:pic>
                      <p:nvPicPr>
                        <p:cNvPr id="0" name="图片 317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888" y="2048"/>
                          <a:ext cx="811" cy="6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835" name="AutoShape 35"/>
            <p:cNvSpPr>
              <a:spLocks noChangeArrowheads="1"/>
            </p:cNvSpPr>
            <p:nvPr/>
          </p:nvSpPr>
          <p:spPr bwMode="auto">
            <a:xfrm>
              <a:off x="3312" y="2351"/>
              <a:ext cx="432" cy="144"/>
            </a:xfrm>
            <a:prstGeom prst="rightArrow">
              <a:avLst>
                <a:gd name="adj1" fmla="val 50000"/>
                <a:gd name="adj2" fmla="val 75000"/>
              </a:avLst>
            </a:prstGeom>
            <a:gradFill rotWithShape="0">
              <a:gsLst>
                <a:gs pos="0">
                  <a:schemeClr val="tx1"/>
                </a:gs>
                <a:gs pos="50000">
                  <a:srgbClr val="00CC00"/>
                </a:gs>
                <a:gs pos="100000">
                  <a:schemeClr val="tx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tailEnd type="none" w="sm" len="lg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04904" name="Group 104"/>
          <p:cNvGrpSpPr/>
          <p:nvPr/>
        </p:nvGrpSpPr>
        <p:grpSpPr>
          <a:xfrm>
            <a:off x="606425" y="1989138"/>
            <a:ext cx="5405438" cy="903287"/>
            <a:chOff x="382" y="1253"/>
            <a:chExt cx="3405" cy="569"/>
          </a:xfrm>
        </p:grpSpPr>
        <p:sp>
          <p:nvSpPr>
            <p:cNvPr id="13347" name="Text Box 2"/>
            <p:cNvSpPr txBox="1"/>
            <p:nvPr/>
          </p:nvSpPr>
          <p:spPr>
            <a:xfrm>
              <a:off x="382" y="1325"/>
              <a:ext cx="43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3200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解</a:t>
              </a:r>
              <a:endParaRPr lang="zh-CN" altLang="en-US" sz="3200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3348" name="Object 89"/>
            <p:cNvGraphicFramePr>
              <a:graphicFrameLocks noChangeAspect="1"/>
            </p:cNvGraphicFramePr>
            <p:nvPr/>
          </p:nvGraphicFramePr>
          <p:xfrm>
            <a:off x="2018" y="1253"/>
            <a:ext cx="1769" cy="5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6" name="" r:id="rId7" imgW="1218565" imgH="393700" progId="Equation.DSMT4">
                    <p:embed/>
                  </p:oleObj>
                </mc:Choice>
                <mc:Fallback>
                  <p:oleObj name="" r:id="rId7" imgW="1218565" imgH="393700" progId="Equation.DSMT4">
                    <p:embed/>
                    <p:pic>
                      <p:nvPicPr>
                        <p:cNvPr id="0" name="图片 317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018" y="1253"/>
                          <a:ext cx="1769" cy="56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9" name="Object 92"/>
            <p:cNvGraphicFramePr>
              <a:graphicFrameLocks noChangeAspect="1"/>
            </p:cNvGraphicFramePr>
            <p:nvPr/>
          </p:nvGraphicFramePr>
          <p:xfrm>
            <a:off x="778" y="1404"/>
            <a:ext cx="1190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5" name="" r:id="rId9" imgW="876300" imgH="203200" progId="Equation.3">
                    <p:embed/>
                  </p:oleObj>
                </mc:Choice>
                <mc:Fallback>
                  <p:oleObj name="" r:id="rId9" imgW="876300" imgH="203200" progId="Equation.3">
                    <p:embed/>
                    <p:pic>
                      <p:nvPicPr>
                        <p:cNvPr id="0" name="图片 3184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78" y="1404"/>
                          <a:ext cx="1190" cy="2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318" name="Object 94"/>
          <p:cNvGraphicFramePr>
            <a:graphicFrameLocks noChangeAspect="1"/>
          </p:cNvGraphicFramePr>
          <p:nvPr/>
        </p:nvGraphicFramePr>
        <p:xfrm>
          <a:off x="1565275" y="838200"/>
          <a:ext cx="517048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" name="" r:id="rId11" imgW="2400300" imgH="241300" progId="Equation.3">
                  <p:embed/>
                </p:oleObj>
              </mc:Choice>
              <mc:Fallback>
                <p:oleObj name="" r:id="rId11" imgW="2400300" imgH="241300" progId="Equation.3">
                  <p:embed/>
                  <p:pic>
                    <p:nvPicPr>
                      <p:cNvPr id="0" name="图片 318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65275" y="838200"/>
                        <a:ext cx="5170488" cy="520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9" name="Text Box 95"/>
          <p:cNvSpPr txBox="1"/>
          <p:nvPr/>
        </p:nvSpPr>
        <p:spPr>
          <a:xfrm>
            <a:off x="596900" y="762000"/>
            <a:ext cx="1000125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rgbClr val="CC0000"/>
                </a:solidFill>
                <a:latin typeface="Times New Roman" panose="02020603050405020304" pitchFamily="18" charset="0"/>
              </a:rPr>
              <a:t>已知</a:t>
            </a:r>
            <a:endParaRPr lang="zh-CN" altLang="en-US" sz="3200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3320" name="Object 96"/>
          <p:cNvGraphicFramePr>
            <a:graphicFrameLocks noChangeAspect="1"/>
          </p:cNvGraphicFramePr>
          <p:nvPr/>
        </p:nvGraphicFramePr>
        <p:xfrm>
          <a:off x="719138" y="1447800"/>
          <a:ext cx="3814762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" name="" r:id="rId13" imgW="1765300" imgH="254000" progId="Equation.3">
                  <p:embed/>
                </p:oleObj>
              </mc:Choice>
              <mc:Fallback>
                <p:oleObj name="" r:id="rId13" imgW="1765300" imgH="254000" progId="Equation.3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19138" y="1447800"/>
                        <a:ext cx="3814762" cy="549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1" name="Text Box 97"/>
          <p:cNvSpPr txBox="1"/>
          <p:nvPr/>
        </p:nvSpPr>
        <p:spPr>
          <a:xfrm>
            <a:off x="4645025" y="1401763"/>
            <a:ext cx="1965325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rgbClr val="CC0000"/>
                </a:solidFill>
                <a:latin typeface="Times New Roman" panose="02020603050405020304" pitchFamily="18" charset="0"/>
              </a:rPr>
              <a:t>求</a:t>
            </a:r>
            <a:r>
              <a:rPr lang="en-US" altLang="zh-CN" sz="3200" dirty="0">
                <a:solidFill>
                  <a:srgbClr val="CC0000"/>
                </a:solidFill>
                <a:latin typeface="Times New Roman" panose="02020603050405020304" pitchFamily="18" charset="0"/>
              </a:rPr>
              <a:t>:</a:t>
            </a:r>
            <a:r>
              <a:rPr lang="zh-CN" altLang="en-US" sz="3200" dirty="0">
                <a:solidFill>
                  <a:srgbClr val="CC0000"/>
                </a:solidFill>
                <a:latin typeface="Times New Roman" panose="02020603050405020304" pitchFamily="18" charset="0"/>
              </a:rPr>
              <a:t>（1）</a:t>
            </a:r>
            <a:endParaRPr lang="zh-CN" altLang="en-US" sz="3200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3322" name="Object 98"/>
          <p:cNvGraphicFramePr>
            <a:graphicFrameLocks noChangeAspect="1"/>
          </p:cNvGraphicFramePr>
          <p:nvPr/>
        </p:nvGraphicFramePr>
        <p:xfrm>
          <a:off x="6248400" y="1447800"/>
          <a:ext cx="21399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" name="" r:id="rId15" imgW="990600" imgH="228600" progId="Equation.3">
                  <p:embed/>
                </p:oleObj>
              </mc:Choice>
              <mc:Fallback>
                <p:oleObj name="" r:id="rId15" imgW="990600" imgH="228600" progId="Equation.3">
                  <p:embed/>
                  <p:pic>
                    <p:nvPicPr>
                      <p:cNvPr id="0" name="图片 317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248400" y="1447800"/>
                        <a:ext cx="2139950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" name="Group 38"/>
          <p:cNvGrpSpPr/>
          <p:nvPr/>
        </p:nvGrpSpPr>
        <p:grpSpPr>
          <a:xfrm>
            <a:off x="682625" y="4191000"/>
            <a:ext cx="7772400" cy="2133600"/>
            <a:chOff x="192" y="1920"/>
            <a:chExt cx="5136" cy="1488"/>
          </a:xfrm>
        </p:grpSpPr>
        <p:sp>
          <p:nvSpPr>
            <p:cNvPr id="13334" name="Rectangle 39"/>
            <p:cNvSpPr/>
            <p:nvPr/>
          </p:nvSpPr>
          <p:spPr>
            <a:xfrm>
              <a:off x="192" y="1920"/>
              <a:ext cx="5136" cy="148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3335" name="Line 40"/>
            <p:cNvSpPr/>
            <p:nvPr/>
          </p:nvSpPr>
          <p:spPr>
            <a:xfrm>
              <a:off x="864" y="3060"/>
              <a:ext cx="39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3336" name="Line 41"/>
            <p:cNvSpPr/>
            <p:nvPr/>
          </p:nvSpPr>
          <p:spPr>
            <a:xfrm flipV="1">
              <a:off x="1488" y="2868"/>
              <a:ext cx="0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3337" name="Line 42"/>
            <p:cNvSpPr/>
            <p:nvPr/>
          </p:nvSpPr>
          <p:spPr>
            <a:xfrm flipV="1">
              <a:off x="2064" y="2868"/>
              <a:ext cx="0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3338" name="Line 43"/>
            <p:cNvSpPr/>
            <p:nvPr/>
          </p:nvSpPr>
          <p:spPr>
            <a:xfrm flipV="1">
              <a:off x="2640" y="2868"/>
              <a:ext cx="0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3339" name="Line 44"/>
            <p:cNvSpPr/>
            <p:nvPr/>
          </p:nvSpPr>
          <p:spPr>
            <a:xfrm flipV="1">
              <a:off x="3792" y="2868"/>
              <a:ext cx="0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3340" name="Line 45"/>
            <p:cNvSpPr/>
            <p:nvPr/>
          </p:nvSpPr>
          <p:spPr>
            <a:xfrm flipV="1">
              <a:off x="3216" y="2868"/>
              <a:ext cx="0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graphicFrame>
          <p:nvGraphicFramePr>
            <p:cNvPr id="13341" name="Object 46"/>
            <p:cNvGraphicFramePr>
              <a:graphicFrameLocks noChangeAspect="1"/>
            </p:cNvGraphicFramePr>
            <p:nvPr/>
          </p:nvGraphicFramePr>
          <p:xfrm>
            <a:off x="2496" y="3060"/>
            <a:ext cx="302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9" name="" r:id="rId17" imgW="127000" imgH="139700" progId="Equation.3">
                    <p:embed/>
                  </p:oleObj>
                </mc:Choice>
                <mc:Fallback>
                  <p:oleObj name="" r:id="rId17" imgW="127000" imgH="139700" progId="Equation.3">
                    <p:embed/>
                    <p:pic>
                      <p:nvPicPr>
                        <p:cNvPr id="0" name="图片 3168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496" y="3060"/>
                          <a:ext cx="302" cy="3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2" name="Object 47"/>
            <p:cNvGraphicFramePr>
              <a:graphicFrameLocks noChangeAspect="1"/>
            </p:cNvGraphicFramePr>
            <p:nvPr/>
          </p:nvGraphicFramePr>
          <p:xfrm>
            <a:off x="924" y="3072"/>
            <a:ext cx="708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6" name="" r:id="rId19" imgW="419100" imgH="177800" progId="Equation.3">
                    <p:embed/>
                  </p:oleObj>
                </mc:Choice>
                <mc:Fallback>
                  <p:oleObj name="" r:id="rId19" imgW="419100" imgH="177800" progId="Equation.3">
                    <p:embed/>
                    <p:pic>
                      <p:nvPicPr>
                        <p:cNvPr id="0" name="图片 3165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924" y="3072"/>
                          <a:ext cx="708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3" name="Object 48"/>
            <p:cNvGraphicFramePr>
              <a:graphicFrameLocks noChangeAspect="1"/>
            </p:cNvGraphicFramePr>
            <p:nvPr/>
          </p:nvGraphicFramePr>
          <p:xfrm>
            <a:off x="1692" y="3072"/>
            <a:ext cx="708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0" name="" r:id="rId21" imgW="419100" imgH="177800" progId="Equation.3">
                    <p:embed/>
                  </p:oleObj>
                </mc:Choice>
                <mc:Fallback>
                  <p:oleObj name="" r:id="rId21" imgW="419100" imgH="177800" progId="Equation.3">
                    <p:embed/>
                    <p:pic>
                      <p:nvPicPr>
                        <p:cNvPr id="0" name="图片 3169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692" y="3072"/>
                          <a:ext cx="708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4" name="Object 49"/>
            <p:cNvGraphicFramePr>
              <a:graphicFrameLocks noChangeAspect="1"/>
            </p:cNvGraphicFramePr>
            <p:nvPr/>
          </p:nvGraphicFramePr>
          <p:xfrm>
            <a:off x="2928" y="3072"/>
            <a:ext cx="536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3" name="" r:id="rId23" imgW="316865" imgH="177800" progId="Equation.3">
                    <p:embed/>
                  </p:oleObj>
                </mc:Choice>
                <mc:Fallback>
                  <p:oleObj name="" r:id="rId23" imgW="316865" imgH="177800" progId="Equation.3">
                    <p:embed/>
                    <p:pic>
                      <p:nvPicPr>
                        <p:cNvPr id="0" name="图片 3172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2928" y="3072"/>
                          <a:ext cx="536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5" name="Object 50"/>
            <p:cNvGraphicFramePr>
              <a:graphicFrameLocks noChangeAspect="1"/>
            </p:cNvGraphicFramePr>
            <p:nvPr/>
          </p:nvGraphicFramePr>
          <p:xfrm>
            <a:off x="3696" y="3072"/>
            <a:ext cx="515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1" name="" r:id="rId25" imgW="304165" imgH="177800" progId="Equation.3">
                    <p:embed/>
                  </p:oleObj>
                </mc:Choice>
                <mc:Fallback>
                  <p:oleObj name="" r:id="rId25" imgW="304165" imgH="177800" progId="Equation.3">
                    <p:embed/>
                    <p:pic>
                      <p:nvPicPr>
                        <p:cNvPr id="0" name="图片 3170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3696" y="3072"/>
                          <a:ext cx="515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6" name="Object 51"/>
            <p:cNvGraphicFramePr>
              <a:graphicFrameLocks noChangeAspect="1"/>
            </p:cNvGraphicFramePr>
            <p:nvPr/>
          </p:nvGraphicFramePr>
          <p:xfrm>
            <a:off x="4577" y="2812"/>
            <a:ext cx="409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5" name="" r:id="rId27" imgW="342900" imgH="177165" progId="Equation.3">
                    <p:embed/>
                  </p:oleObj>
                </mc:Choice>
                <mc:Fallback>
                  <p:oleObj name="" r:id="rId27" imgW="342900" imgH="177165" progId="Equation.3">
                    <p:embed/>
                    <p:pic>
                      <p:nvPicPr>
                        <p:cNvPr id="0" name="图片 3164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4577" y="2812"/>
                          <a:ext cx="409" cy="2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6" name="Group 54"/>
          <p:cNvGrpSpPr/>
          <p:nvPr/>
        </p:nvGrpSpPr>
        <p:grpSpPr>
          <a:xfrm>
            <a:off x="4378325" y="4264025"/>
            <a:ext cx="1744663" cy="1552575"/>
            <a:chOff x="2808" y="2494"/>
            <a:chExt cx="1099" cy="978"/>
          </a:xfrm>
        </p:grpSpPr>
        <p:sp>
          <p:nvSpPr>
            <p:cNvPr id="13329" name="Line 27"/>
            <p:cNvSpPr/>
            <p:nvPr/>
          </p:nvSpPr>
          <p:spPr>
            <a:xfrm flipV="1">
              <a:off x="2824" y="2640"/>
              <a:ext cx="536" cy="832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3330" name="Line 28"/>
            <p:cNvSpPr/>
            <p:nvPr/>
          </p:nvSpPr>
          <p:spPr>
            <a:xfrm>
              <a:off x="3360" y="2648"/>
              <a:ext cx="0" cy="816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dash"/>
              <a:headEnd type="none" w="med" len="med"/>
              <a:tailEnd type="none" w="sm" len="lg"/>
            </a:ln>
          </p:spPr>
        </p:sp>
        <p:graphicFrame>
          <p:nvGraphicFramePr>
            <p:cNvPr id="13331" name="Object 29"/>
            <p:cNvGraphicFramePr>
              <a:graphicFrameLocks noChangeAspect="1"/>
            </p:cNvGraphicFramePr>
            <p:nvPr/>
          </p:nvGraphicFramePr>
          <p:xfrm>
            <a:off x="2808" y="2795"/>
            <a:ext cx="308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0" name="" r:id="rId29" imgW="152400" imgH="165100" progId="Equation.3">
                    <p:embed/>
                  </p:oleObj>
                </mc:Choice>
                <mc:Fallback>
                  <p:oleObj name="" r:id="rId29" imgW="152400" imgH="165100" progId="Equation.3">
                    <p:embed/>
                    <p:pic>
                      <p:nvPicPr>
                        <p:cNvPr id="0" name="图片 3149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2808" y="2795"/>
                          <a:ext cx="308" cy="3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2" name="Freeform 30"/>
            <p:cNvSpPr/>
            <p:nvPr/>
          </p:nvSpPr>
          <p:spPr>
            <a:xfrm rot="-988586">
              <a:off x="3408" y="2496"/>
              <a:ext cx="139" cy="387"/>
            </a:xfrm>
            <a:custGeom>
              <a:avLst/>
              <a:gdLst/>
              <a:ahLst/>
              <a:cxnLst>
                <a:cxn ang="0">
                  <a:pos x="133" y="354"/>
                </a:cxn>
                <a:cxn ang="0">
                  <a:pos x="99" y="170"/>
                </a:cxn>
                <a:cxn ang="0">
                  <a:pos x="0" y="0"/>
                </a:cxn>
              </a:cxnLst>
              <a:pathLst>
                <a:path w="142" h="405">
                  <a:moveTo>
                    <a:pt x="142" y="405"/>
                  </a:moveTo>
                  <a:cubicBezTo>
                    <a:pt x="136" y="370"/>
                    <a:pt x="129" y="262"/>
                    <a:pt x="105" y="195"/>
                  </a:cubicBezTo>
                  <a:cubicBezTo>
                    <a:pt x="81" y="128"/>
                    <a:pt x="22" y="41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13333" name="Object 31"/>
            <p:cNvGraphicFramePr>
              <a:graphicFrameLocks noChangeAspect="1"/>
            </p:cNvGraphicFramePr>
            <p:nvPr/>
          </p:nvGraphicFramePr>
          <p:xfrm>
            <a:off x="3600" y="2494"/>
            <a:ext cx="307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1" name="" r:id="rId31" imgW="104775" imgH="91440" progId="Equation.3">
                    <p:embed/>
                  </p:oleObj>
                </mc:Choice>
                <mc:Fallback>
                  <p:oleObj name="" r:id="rId31" imgW="104775" imgH="91440" progId="Equation.3">
                    <p:embed/>
                    <p:pic>
                      <p:nvPicPr>
                        <p:cNvPr id="0" name="图片 3150"/>
                        <p:cNvPicPr/>
                        <p:nvPr/>
                      </p:nvPicPr>
                      <p:blipFill>
                        <a:blip r:embed="rId32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00" y="2494"/>
                          <a:ext cx="307" cy="2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2" name="Object 90"/>
          <p:cNvGraphicFramePr>
            <a:graphicFrameLocks noChangeAspect="1"/>
          </p:cNvGraphicFramePr>
          <p:nvPr/>
        </p:nvGraphicFramePr>
        <p:xfrm>
          <a:off x="1184275" y="4327525"/>
          <a:ext cx="243840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" r:id="rId33" imgW="1130300" imgH="393700" progId="Equation.3">
                  <p:embed/>
                </p:oleObj>
              </mc:Choice>
              <mc:Fallback>
                <p:oleObj name="" r:id="rId33" imgW="1130300" imgH="393700" progId="Equation.3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184275" y="4327525"/>
                        <a:ext cx="2438400" cy="847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3" name="Group 103"/>
          <p:cNvGrpSpPr/>
          <p:nvPr/>
        </p:nvGrpSpPr>
        <p:grpSpPr>
          <a:xfrm>
            <a:off x="4568825" y="5213350"/>
            <a:ext cx="461963" cy="615950"/>
            <a:chOff x="2928" y="3284"/>
            <a:chExt cx="291" cy="388"/>
          </a:xfrm>
        </p:grpSpPr>
        <p:sp>
          <p:nvSpPr>
            <p:cNvPr id="13327" name="Freeform 33"/>
            <p:cNvSpPr/>
            <p:nvPr/>
          </p:nvSpPr>
          <p:spPr>
            <a:xfrm>
              <a:off x="2928" y="3499"/>
              <a:ext cx="96" cy="173"/>
            </a:xfrm>
            <a:custGeom>
              <a:avLst/>
              <a:gdLst/>
              <a:ahLst/>
              <a:cxnLst>
                <a:cxn ang="0">
                  <a:pos x="37" y="52"/>
                </a:cxn>
                <a:cxn ang="0">
                  <a:pos x="26" y="23"/>
                </a:cxn>
                <a:cxn ang="0">
                  <a:pos x="0" y="0"/>
                </a:cxn>
              </a:cxnLst>
              <a:pathLst>
                <a:path w="154" h="314">
                  <a:moveTo>
                    <a:pt x="154" y="314"/>
                  </a:moveTo>
                  <a:cubicBezTo>
                    <a:pt x="146" y="285"/>
                    <a:pt x="134" y="191"/>
                    <a:pt x="108" y="139"/>
                  </a:cubicBezTo>
                  <a:cubicBezTo>
                    <a:pt x="82" y="87"/>
                    <a:pt x="22" y="29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rgbClr val="009900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13328" name="Object 102"/>
            <p:cNvGraphicFramePr>
              <a:graphicFrameLocks noChangeAspect="1"/>
            </p:cNvGraphicFramePr>
            <p:nvPr/>
          </p:nvGraphicFramePr>
          <p:xfrm>
            <a:off x="3072" y="3284"/>
            <a:ext cx="147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5" name="" r:id="rId35" imgW="130810" imgH="405130" progId="Equation.3">
                    <p:embed/>
                  </p:oleObj>
                </mc:Choice>
                <mc:Fallback>
                  <p:oleObj name="" r:id="rId35" imgW="130810" imgH="405130" progId="Equation.3">
                    <p:embed/>
                    <p:pic>
                      <p:nvPicPr>
                        <p:cNvPr id="0" name="图片 3154"/>
                        <p:cNvPicPr/>
                        <p:nvPr/>
                      </p:nvPicPr>
                      <p:blipFill>
                        <a:blip r:embed="rId36">
                          <a:clrChange>
                            <a:clrFrom>
                              <a:srgbClr val="000000"/>
                            </a:clrFrom>
                            <a:clrTo>
                              <a:srgbClr val="0099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072" y="3284"/>
                          <a:ext cx="147" cy="3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4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04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04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95694" name="Group 110"/>
          <p:cNvGrpSpPr/>
          <p:nvPr/>
        </p:nvGrpSpPr>
        <p:grpSpPr>
          <a:xfrm>
            <a:off x="1238250" y="2819400"/>
            <a:ext cx="6408738" cy="579438"/>
            <a:chOff x="780" y="1776"/>
            <a:chExt cx="4037" cy="365"/>
          </a:xfrm>
        </p:grpSpPr>
        <p:graphicFrame>
          <p:nvGraphicFramePr>
            <p:cNvPr id="14364" name="Object 72"/>
            <p:cNvGraphicFramePr>
              <a:graphicFrameLocks noChangeAspect="1"/>
            </p:cNvGraphicFramePr>
            <p:nvPr/>
          </p:nvGraphicFramePr>
          <p:xfrm>
            <a:off x="780" y="1824"/>
            <a:ext cx="913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9" name="" r:id="rId1" imgW="622300" imgH="203200" progId="Equation.3">
                    <p:embed/>
                  </p:oleObj>
                </mc:Choice>
                <mc:Fallback>
                  <p:oleObj name="" r:id="rId1" imgW="622300" imgH="203200" progId="Equation.3">
                    <p:embed/>
                    <p:pic>
                      <p:nvPicPr>
                        <p:cNvPr id="0" name="图片 317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780" y="1824"/>
                          <a:ext cx="913" cy="2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5" name="Text Box 73"/>
            <p:cNvSpPr txBox="1"/>
            <p:nvPr/>
          </p:nvSpPr>
          <p:spPr>
            <a:xfrm>
              <a:off x="1977" y="1776"/>
              <a:ext cx="1567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32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代入上式得</a:t>
              </a:r>
              <a:endPara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4366" name="Object 74"/>
            <p:cNvGraphicFramePr>
              <a:graphicFrameLocks noChangeAspect="1"/>
            </p:cNvGraphicFramePr>
            <p:nvPr/>
          </p:nvGraphicFramePr>
          <p:xfrm>
            <a:off x="3430" y="1803"/>
            <a:ext cx="1387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1" name="" r:id="rId3" imgW="1054100" imgH="203200" progId="Equation.3">
                    <p:embed/>
                  </p:oleObj>
                </mc:Choice>
                <mc:Fallback>
                  <p:oleObj name="" r:id="rId3" imgW="1054100" imgH="203200" progId="Equation.3">
                    <p:embed/>
                    <p:pic>
                      <p:nvPicPr>
                        <p:cNvPr id="0" name="图片 318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430" y="1803"/>
                          <a:ext cx="1387" cy="26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5659" name="Object 75"/>
          <p:cNvGraphicFramePr>
            <a:graphicFrameLocks noChangeAspect="1"/>
          </p:cNvGraphicFramePr>
          <p:nvPr/>
        </p:nvGraphicFramePr>
        <p:xfrm>
          <a:off x="1252538" y="3546475"/>
          <a:ext cx="300196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" name="" r:id="rId5" imgW="1409700" imgH="228600" progId="Equation.3">
                  <p:embed/>
                </p:oleObj>
              </mc:Choice>
              <mc:Fallback>
                <p:oleObj name="" r:id="rId5" imgW="1409700" imgH="228600" progId="Equation.3">
                  <p:embed/>
                  <p:pic>
                    <p:nvPicPr>
                      <p:cNvPr id="0" name="图片 319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52538" y="3546475"/>
                        <a:ext cx="3001962" cy="485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680" name="Object 96"/>
          <p:cNvGraphicFramePr>
            <a:graphicFrameLocks noChangeAspect="1"/>
          </p:cNvGraphicFramePr>
          <p:nvPr/>
        </p:nvGraphicFramePr>
        <p:xfrm>
          <a:off x="1284288" y="1295400"/>
          <a:ext cx="3427412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" name="" r:id="rId7" imgW="1727200" imgH="469900" progId="Equation.3">
                  <p:embed/>
                </p:oleObj>
              </mc:Choice>
              <mc:Fallback>
                <p:oleObj name="" r:id="rId7" imgW="1727200" imgH="469900" progId="Equation.3">
                  <p:embed/>
                  <p:pic>
                    <p:nvPicPr>
                      <p:cNvPr id="0" name="图片 319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84288" y="1295400"/>
                        <a:ext cx="3427412" cy="996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682" name="Object 98"/>
          <p:cNvGraphicFramePr>
            <a:graphicFrameLocks noChangeAspect="1"/>
          </p:cNvGraphicFramePr>
          <p:nvPr/>
        </p:nvGraphicFramePr>
        <p:xfrm>
          <a:off x="4267200" y="3581400"/>
          <a:ext cx="236220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" name="" r:id="rId9" imgW="1130300" imgH="228600" progId="Equation.3">
                  <p:embed/>
                </p:oleObj>
              </mc:Choice>
              <mc:Fallback>
                <p:oleObj name="" r:id="rId9" imgW="1130300" imgH="228600" progId="Equation.3">
                  <p:embed/>
                  <p:pic>
                    <p:nvPicPr>
                      <p:cNvPr id="0" name="图片 318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67200" y="3581400"/>
                        <a:ext cx="2362200" cy="509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5693" name="Group 109"/>
          <p:cNvGrpSpPr/>
          <p:nvPr/>
        </p:nvGrpSpPr>
        <p:grpSpPr>
          <a:xfrm>
            <a:off x="1206500" y="2209800"/>
            <a:ext cx="4246563" cy="584200"/>
            <a:chOff x="760" y="1392"/>
            <a:chExt cx="2675" cy="368"/>
          </a:xfrm>
        </p:grpSpPr>
        <p:sp>
          <p:nvSpPr>
            <p:cNvPr id="14362" name="Text Box 103"/>
            <p:cNvSpPr txBox="1"/>
            <p:nvPr/>
          </p:nvSpPr>
          <p:spPr>
            <a:xfrm>
              <a:off x="760" y="1392"/>
              <a:ext cx="1357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3200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可求</a:t>
              </a:r>
              <a:r>
                <a:rPr lang="en-US" altLang="zh-CN" sz="3200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:</a:t>
              </a:r>
              <a:r>
                <a:rPr lang="zh-CN" altLang="en-US" sz="3200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（1）</a:t>
              </a:r>
              <a:endParaRPr lang="zh-CN" altLang="en-US" sz="3200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4363" name="Object 104"/>
            <p:cNvGraphicFramePr>
              <a:graphicFrameLocks noChangeAspect="1"/>
            </p:cNvGraphicFramePr>
            <p:nvPr/>
          </p:nvGraphicFramePr>
          <p:xfrm>
            <a:off x="2087" y="1420"/>
            <a:ext cx="1348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6" name="" r:id="rId11" imgW="990600" imgH="228600" progId="Equation.3">
                    <p:embed/>
                  </p:oleObj>
                </mc:Choice>
                <mc:Fallback>
                  <p:oleObj name="" r:id="rId11" imgW="990600" imgH="228600" progId="Equation.3">
                    <p:embed/>
                    <p:pic>
                      <p:nvPicPr>
                        <p:cNvPr id="0" name="图片 3185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087" y="1420"/>
                          <a:ext cx="1348" cy="3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343" name="Object 106"/>
          <p:cNvGraphicFramePr>
            <a:graphicFrameLocks noChangeAspect="1"/>
          </p:cNvGraphicFramePr>
          <p:nvPr/>
        </p:nvGraphicFramePr>
        <p:xfrm>
          <a:off x="1282700" y="533400"/>
          <a:ext cx="1368425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" name="" r:id="rId13" imgW="635000" imgH="469900" progId="Equation.3">
                  <p:embed/>
                </p:oleObj>
              </mc:Choice>
              <mc:Fallback>
                <p:oleObj name="" r:id="rId13" imgW="635000" imgH="469900" progId="Equation.3">
                  <p:embed/>
                  <p:pic>
                    <p:nvPicPr>
                      <p:cNvPr id="0" name="图片 318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82700" y="533400"/>
                        <a:ext cx="1368425" cy="1012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44" name="Group 79"/>
          <p:cNvGrpSpPr/>
          <p:nvPr/>
        </p:nvGrpSpPr>
        <p:grpSpPr>
          <a:xfrm>
            <a:off x="685800" y="4191000"/>
            <a:ext cx="7772400" cy="2133600"/>
            <a:chOff x="488" y="2592"/>
            <a:chExt cx="4896" cy="1344"/>
          </a:xfrm>
        </p:grpSpPr>
        <p:sp>
          <p:nvSpPr>
            <p:cNvPr id="14346" name="Rectangle 80"/>
            <p:cNvSpPr/>
            <p:nvPr/>
          </p:nvSpPr>
          <p:spPr>
            <a:xfrm>
              <a:off x="488" y="2592"/>
              <a:ext cx="4896" cy="134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4347" name="Line 81"/>
            <p:cNvSpPr/>
            <p:nvPr/>
          </p:nvSpPr>
          <p:spPr>
            <a:xfrm>
              <a:off x="864" y="3264"/>
              <a:ext cx="39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4348" name="Oval 82"/>
            <p:cNvSpPr/>
            <p:nvPr/>
          </p:nvSpPr>
          <p:spPr>
            <a:xfrm>
              <a:off x="3216" y="3168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5C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4349" name="Line 83"/>
            <p:cNvSpPr/>
            <p:nvPr/>
          </p:nvSpPr>
          <p:spPr>
            <a:xfrm flipV="1">
              <a:off x="1296" y="3072"/>
              <a:ext cx="0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4350" name="Line 84"/>
            <p:cNvSpPr/>
            <p:nvPr/>
          </p:nvSpPr>
          <p:spPr>
            <a:xfrm flipV="1">
              <a:off x="1968" y="3072"/>
              <a:ext cx="0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4351" name="Line 85"/>
            <p:cNvSpPr/>
            <p:nvPr/>
          </p:nvSpPr>
          <p:spPr>
            <a:xfrm flipV="1">
              <a:off x="2640" y="3072"/>
              <a:ext cx="0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4352" name="Line 86"/>
            <p:cNvSpPr/>
            <p:nvPr/>
          </p:nvSpPr>
          <p:spPr>
            <a:xfrm flipV="1">
              <a:off x="3984" y="3072"/>
              <a:ext cx="0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4353" name="Line 87"/>
            <p:cNvSpPr/>
            <p:nvPr/>
          </p:nvSpPr>
          <p:spPr>
            <a:xfrm flipV="1">
              <a:off x="3312" y="3072"/>
              <a:ext cx="0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graphicFrame>
          <p:nvGraphicFramePr>
            <p:cNvPr id="14354" name="Object 88"/>
            <p:cNvGraphicFramePr>
              <a:graphicFrameLocks noChangeAspect="1"/>
            </p:cNvGraphicFramePr>
            <p:nvPr/>
          </p:nvGraphicFramePr>
          <p:xfrm>
            <a:off x="2496" y="3264"/>
            <a:ext cx="302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1" name="" r:id="rId15" imgW="127000" imgH="139700" progId="Equation.3">
                    <p:embed/>
                  </p:oleObj>
                </mc:Choice>
                <mc:Fallback>
                  <p:oleObj name="" r:id="rId15" imgW="127000" imgH="139700" progId="Equation.3">
                    <p:embed/>
                    <p:pic>
                      <p:nvPicPr>
                        <p:cNvPr id="0" name="图片 3200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496" y="3264"/>
                          <a:ext cx="302" cy="3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5" name="Object 89"/>
            <p:cNvGraphicFramePr>
              <a:graphicFrameLocks noChangeAspect="1"/>
            </p:cNvGraphicFramePr>
            <p:nvPr/>
          </p:nvGraphicFramePr>
          <p:xfrm>
            <a:off x="720" y="3348"/>
            <a:ext cx="708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7" name="" r:id="rId17" imgW="419100" imgH="177800" progId="Equation.3">
                    <p:embed/>
                  </p:oleObj>
                </mc:Choice>
                <mc:Fallback>
                  <p:oleObj name="" r:id="rId17" imgW="419100" imgH="177800" progId="Equation.3">
                    <p:embed/>
                    <p:pic>
                      <p:nvPicPr>
                        <p:cNvPr id="0" name="图片 3196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20" y="3348"/>
                          <a:ext cx="708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6" name="Object 90"/>
            <p:cNvGraphicFramePr>
              <a:graphicFrameLocks noChangeAspect="1"/>
            </p:cNvGraphicFramePr>
            <p:nvPr/>
          </p:nvGraphicFramePr>
          <p:xfrm>
            <a:off x="1536" y="3348"/>
            <a:ext cx="708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3" name="" r:id="rId19" imgW="419100" imgH="177800" progId="Equation.3">
                    <p:embed/>
                  </p:oleObj>
                </mc:Choice>
                <mc:Fallback>
                  <p:oleObj name="" r:id="rId19" imgW="419100" imgH="177800" progId="Equation.3">
                    <p:embed/>
                    <p:pic>
                      <p:nvPicPr>
                        <p:cNvPr id="0" name="图片 3212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536" y="3348"/>
                          <a:ext cx="708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7" name="Object 91"/>
            <p:cNvGraphicFramePr>
              <a:graphicFrameLocks noChangeAspect="1"/>
            </p:cNvGraphicFramePr>
            <p:nvPr/>
          </p:nvGraphicFramePr>
          <p:xfrm>
            <a:off x="3072" y="3360"/>
            <a:ext cx="536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6" name="" r:id="rId21" imgW="316865" imgH="177800" progId="Equation.3">
                    <p:embed/>
                  </p:oleObj>
                </mc:Choice>
                <mc:Fallback>
                  <p:oleObj name="" r:id="rId21" imgW="316865" imgH="177800" progId="Equation.3">
                    <p:embed/>
                    <p:pic>
                      <p:nvPicPr>
                        <p:cNvPr id="0" name="图片 3195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072" y="3360"/>
                          <a:ext cx="536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8" name="Object 92"/>
            <p:cNvGraphicFramePr>
              <a:graphicFrameLocks noChangeAspect="1"/>
            </p:cNvGraphicFramePr>
            <p:nvPr/>
          </p:nvGraphicFramePr>
          <p:xfrm>
            <a:off x="3840" y="3348"/>
            <a:ext cx="515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4" name="" r:id="rId23" imgW="304165" imgH="177800" progId="Equation.3">
                    <p:embed/>
                  </p:oleObj>
                </mc:Choice>
                <mc:Fallback>
                  <p:oleObj name="" r:id="rId23" imgW="304165" imgH="177800" progId="Equation.3">
                    <p:embed/>
                    <p:pic>
                      <p:nvPicPr>
                        <p:cNvPr id="0" name="图片 3213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3840" y="3348"/>
                          <a:ext cx="515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9" name="Object 93"/>
            <p:cNvGraphicFramePr>
              <a:graphicFrameLocks noChangeAspect="1"/>
            </p:cNvGraphicFramePr>
            <p:nvPr/>
          </p:nvGraphicFramePr>
          <p:xfrm>
            <a:off x="4548" y="3005"/>
            <a:ext cx="433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9" name="" r:id="rId25" imgW="342900" imgH="177800" progId="Equation.3">
                    <p:embed/>
                  </p:oleObj>
                </mc:Choice>
                <mc:Fallback>
                  <p:oleObj name="" r:id="rId25" imgW="342900" imgH="177800" progId="Equation.3">
                    <p:embed/>
                    <p:pic>
                      <p:nvPicPr>
                        <p:cNvPr id="0" name="图片 3218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4548" y="3005"/>
                          <a:ext cx="433" cy="2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0" name="Line 94"/>
            <p:cNvSpPr/>
            <p:nvPr/>
          </p:nvSpPr>
          <p:spPr>
            <a:xfrm flipH="1">
              <a:off x="3024" y="2880"/>
              <a:ext cx="576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p:graphicFrame>
          <p:nvGraphicFramePr>
            <p:cNvPr id="14361" name="Object 95"/>
            <p:cNvGraphicFramePr>
              <a:graphicFrameLocks noChangeAspect="1"/>
            </p:cNvGraphicFramePr>
            <p:nvPr/>
          </p:nvGraphicFramePr>
          <p:xfrm>
            <a:off x="2768" y="2785"/>
            <a:ext cx="203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3" name="" r:id="rId27" imgW="71755" imgH="91440" progId="Equation.3">
                    <p:embed/>
                  </p:oleObj>
                </mc:Choice>
                <mc:Fallback>
                  <p:oleObj name="" r:id="rId27" imgW="71755" imgH="91440" progId="Equation.3">
                    <p:embed/>
                    <p:pic>
                      <p:nvPicPr>
                        <p:cNvPr id="0" name="图片 3202"/>
                        <p:cNvPicPr/>
                        <p:nvPr/>
                      </p:nvPicPr>
                      <p:blipFill>
                        <a:blip r:embed="rId28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768" y="2785"/>
                          <a:ext cx="203" cy="2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345" name="Object 70"/>
          <p:cNvGraphicFramePr>
            <a:graphicFrameLocks noChangeAspect="1"/>
          </p:cNvGraphicFramePr>
          <p:nvPr/>
        </p:nvGraphicFramePr>
        <p:xfrm>
          <a:off x="1165225" y="4267200"/>
          <a:ext cx="19875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" name="" r:id="rId29" imgW="927100" imgH="241300" progId="Equation.3">
                  <p:embed/>
                </p:oleObj>
              </mc:Choice>
              <mc:Fallback>
                <p:oleObj name="" r:id="rId29" imgW="927100" imgH="241300" progId="Equation.3">
                  <p:embed/>
                  <p:pic>
                    <p:nvPicPr>
                      <p:cNvPr id="0" name="图片 3219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165225" y="4267200"/>
                        <a:ext cx="1987550" cy="523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95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5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95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5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5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20"/>
          <p:cNvSpPr/>
          <p:nvPr/>
        </p:nvSpPr>
        <p:spPr>
          <a:xfrm>
            <a:off x="673100" y="914400"/>
            <a:ext cx="8077200" cy="1260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dirty="0">
                <a:solidFill>
                  <a:srgbClr val="CC0000"/>
                </a:solidFill>
                <a:latin typeface="宋体" panose="02010600030101010101" pitchFamily="2" charset="-122"/>
              </a:rPr>
              <a:t>  （</a:t>
            </a:r>
            <a:r>
              <a:rPr lang="zh-CN" altLang="en-US" sz="3200" dirty="0">
                <a:solidFill>
                  <a:srgbClr val="CC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3200" dirty="0">
                <a:solidFill>
                  <a:srgbClr val="CC0000"/>
                </a:solidFill>
                <a:latin typeface="宋体" panose="02010600030101010101" pitchFamily="2" charset="-122"/>
              </a:rPr>
              <a:t>）</a:t>
            </a:r>
            <a:r>
              <a:rPr lang="zh-CN" altLang="en-US" sz="3200" dirty="0">
                <a:solidFill>
                  <a:srgbClr val="000000"/>
                </a:solidFill>
                <a:latin typeface="宋体" panose="02010600030101010101" pitchFamily="2" charset="-122"/>
              </a:rPr>
              <a:t>由起始位置运动到</a:t>
            </a:r>
            <a:r>
              <a:rPr lang="en-US" altLang="zh-CN" sz="3200" b="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 </a:t>
            </a:r>
            <a:r>
              <a:rPr lang="en-US" altLang="zh-CN" sz="32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= -0.04 m</a:t>
            </a:r>
            <a:r>
              <a:rPr lang="zh-CN" altLang="en-US" sz="3200" dirty="0">
                <a:solidFill>
                  <a:srgbClr val="000000"/>
                </a:solidFill>
                <a:latin typeface="宋体" panose="02010600030101010101" pitchFamily="2" charset="-122"/>
              </a:rPr>
              <a:t>处所需要的最短时间.</a:t>
            </a:r>
            <a:endParaRPr lang="zh-CN" altLang="en-US" sz="32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00727" name="Rectangle 23"/>
          <p:cNvSpPr/>
          <p:nvPr/>
        </p:nvSpPr>
        <p:spPr>
          <a:xfrm>
            <a:off x="685800" y="2244725"/>
            <a:ext cx="8153400" cy="1260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dirty="0">
                <a:solidFill>
                  <a:srgbClr val="CC0000"/>
                </a:solidFill>
                <a:latin typeface="宋体" panose="02010600030101010101" pitchFamily="2" charset="-122"/>
              </a:rPr>
              <a:t>   法一 </a:t>
            </a:r>
            <a:r>
              <a:rPr lang="zh-CN" altLang="en-US" sz="3200" dirty="0">
                <a:solidFill>
                  <a:srgbClr val="000000"/>
                </a:solidFill>
                <a:latin typeface="宋体" panose="02010600030101010101" pitchFamily="2" charset="-122"/>
              </a:rPr>
              <a:t>设由起始位置运动到</a:t>
            </a:r>
            <a:r>
              <a:rPr lang="en-US" altLang="zh-CN" sz="3200" b="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x= -</a:t>
            </a:r>
            <a:r>
              <a:rPr lang="en-US" altLang="zh-CN" sz="32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0.04 m</a:t>
            </a:r>
            <a:r>
              <a:rPr lang="zh-CN" altLang="en-US" sz="3200" dirty="0">
                <a:solidFill>
                  <a:srgbClr val="000000"/>
                </a:solidFill>
                <a:latin typeface="宋体" panose="02010600030101010101" pitchFamily="2" charset="-122"/>
              </a:rPr>
              <a:t>处所需要的最短时间为</a:t>
            </a:r>
            <a:r>
              <a:rPr lang="en-US" altLang="zh-CN" sz="3200" b="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endParaRPr lang="en-US" altLang="zh-CN" sz="3200" b="0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5364" name="Group 48"/>
          <p:cNvGrpSpPr/>
          <p:nvPr/>
        </p:nvGrpSpPr>
        <p:grpSpPr>
          <a:xfrm>
            <a:off x="762000" y="3581400"/>
            <a:ext cx="7772400" cy="2133600"/>
            <a:chOff x="480" y="2256"/>
            <a:chExt cx="4896" cy="1344"/>
          </a:xfrm>
        </p:grpSpPr>
        <p:sp>
          <p:nvSpPr>
            <p:cNvPr id="15365" name="Rectangle 30"/>
            <p:cNvSpPr/>
            <p:nvPr/>
          </p:nvSpPr>
          <p:spPr>
            <a:xfrm>
              <a:off x="480" y="2256"/>
              <a:ext cx="4896" cy="134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5366" name="Line 31"/>
            <p:cNvSpPr/>
            <p:nvPr/>
          </p:nvSpPr>
          <p:spPr>
            <a:xfrm>
              <a:off x="864" y="2928"/>
              <a:ext cx="39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5367" name="Oval 32"/>
            <p:cNvSpPr/>
            <p:nvPr/>
          </p:nvSpPr>
          <p:spPr>
            <a:xfrm>
              <a:off x="3216" y="2832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5C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5368" name="Line 33"/>
            <p:cNvSpPr/>
            <p:nvPr/>
          </p:nvSpPr>
          <p:spPr>
            <a:xfrm flipV="1">
              <a:off x="1296" y="2736"/>
              <a:ext cx="0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5369" name="Line 34"/>
            <p:cNvSpPr/>
            <p:nvPr/>
          </p:nvSpPr>
          <p:spPr>
            <a:xfrm flipV="1">
              <a:off x="1968" y="2736"/>
              <a:ext cx="0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5370" name="Line 35"/>
            <p:cNvSpPr/>
            <p:nvPr/>
          </p:nvSpPr>
          <p:spPr>
            <a:xfrm flipV="1">
              <a:off x="2640" y="2736"/>
              <a:ext cx="0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5371" name="Line 36"/>
            <p:cNvSpPr/>
            <p:nvPr/>
          </p:nvSpPr>
          <p:spPr>
            <a:xfrm flipV="1">
              <a:off x="3984" y="2736"/>
              <a:ext cx="0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5372" name="Line 37"/>
            <p:cNvSpPr/>
            <p:nvPr/>
          </p:nvSpPr>
          <p:spPr>
            <a:xfrm flipV="1">
              <a:off x="3312" y="2736"/>
              <a:ext cx="0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graphicFrame>
          <p:nvGraphicFramePr>
            <p:cNvPr id="15373" name="Object 38"/>
            <p:cNvGraphicFramePr>
              <a:graphicFrameLocks noChangeAspect="1"/>
            </p:cNvGraphicFramePr>
            <p:nvPr/>
          </p:nvGraphicFramePr>
          <p:xfrm>
            <a:off x="2496" y="2928"/>
            <a:ext cx="302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8" name="" r:id="rId1" imgW="127000" imgH="139700" progId="Equation.3">
                    <p:embed/>
                  </p:oleObj>
                </mc:Choice>
                <mc:Fallback>
                  <p:oleObj name="" r:id="rId1" imgW="127000" imgH="139700" progId="Equation.3">
                    <p:embed/>
                    <p:pic>
                      <p:nvPicPr>
                        <p:cNvPr id="0" name="图片 3207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496" y="2928"/>
                          <a:ext cx="302" cy="3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4" name="Object 39"/>
            <p:cNvGraphicFramePr>
              <a:graphicFrameLocks noChangeAspect="1"/>
            </p:cNvGraphicFramePr>
            <p:nvPr/>
          </p:nvGraphicFramePr>
          <p:xfrm>
            <a:off x="720" y="3012"/>
            <a:ext cx="708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1" name="" r:id="rId3" imgW="419100" imgH="177800" progId="Equation.3">
                    <p:embed/>
                  </p:oleObj>
                </mc:Choice>
                <mc:Fallback>
                  <p:oleObj name="" r:id="rId3" imgW="419100" imgH="177800" progId="Equation.3">
                    <p:embed/>
                    <p:pic>
                      <p:nvPicPr>
                        <p:cNvPr id="0" name="图片 321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20" y="3012"/>
                          <a:ext cx="708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5" name="Object 40"/>
            <p:cNvGraphicFramePr>
              <a:graphicFrameLocks noChangeAspect="1"/>
            </p:cNvGraphicFramePr>
            <p:nvPr/>
          </p:nvGraphicFramePr>
          <p:xfrm>
            <a:off x="1536" y="3012"/>
            <a:ext cx="708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8" name="" r:id="rId5" imgW="419100" imgH="177800" progId="Equation.3">
                    <p:embed/>
                  </p:oleObj>
                </mc:Choice>
                <mc:Fallback>
                  <p:oleObj name="" r:id="rId5" imgW="419100" imgH="177800" progId="Equation.3">
                    <p:embed/>
                    <p:pic>
                      <p:nvPicPr>
                        <p:cNvPr id="0" name="图片 319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536" y="3012"/>
                          <a:ext cx="708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6" name="Object 41"/>
            <p:cNvGraphicFramePr>
              <a:graphicFrameLocks noChangeAspect="1"/>
            </p:cNvGraphicFramePr>
            <p:nvPr/>
          </p:nvGraphicFramePr>
          <p:xfrm>
            <a:off x="3072" y="3024"/>
            <a:ext cx="536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7" name="" r:id="rId7" imgW="316865" imgH="177800" progId="Equation.3">
                    <p:embed/>
                  </p:oleObj>
                </mc:Choice>
                <mc:Fallback>
                  <p:oleObj name="" r:id="rId7" imgW="316865" imgH="177800" progId="Equation.3">
                    <p:embed/>
                    <p:pic>
                      <p:nvPicPr>
                        <p:cNvPr id="0" name="图片 321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72" y="3024"/>
                          <a:ext cx="536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7" name="Object 42"/>
            <p:cNvGraphicFramePr>
              <a:graphicFrameLocks noChangeAspect="1"/>
            </p:cNvGraphicFramePr>
            <p:nvPr/>
          </p:nvGraphicFramePr>
          <p:xfrm>
            <a:off x="3840" y="3012"/>
            <a:ext cx="515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9" name="" r:id="rId9" imgW="304165" imgH="177800" progId="Equation.3">
                    <p:embed/>
                  </p:oleObj>
                </mc:Choice>
                <mc:Fallback>
                  <p:oleObj name="" r:id="rId9" imgW="304165" imgH="177800" progId="Equation.3">
                    <p:embed/>
                    <p:pic>
                      <p:nvPicPr>
                        <p:cNvPr id="0" name="图片 320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840" y="3012"/>
                          <a:ext cx="515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8" name="Object 43"/>
            <p:cNvGraphicFramePr>
              <a:graphicFrameLocks noChangeAspect="1"/>
            </p:cNvGraphicFramePr>
            <p:nvPr/>
          </p:nvGraphicFramePr>
          <p:xfrm>
            <a:off x="4464" y="2592"/>
            <a:ext cx="528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5" name="" r:id="rId11" imgW="342900" imgH="177800" progId="Equation.3">
                    <p:embed/>
                  </p:oleObj>
                </mc:Choice>
                <mc:Fallback>
                  <p:oleObj name="" r:id="rId11" imgW="342900" imgH="177800" progId="Equation.3">
                    <p:embed/>
                    <p:pic>
                      <p:nvPicPr>
                        <p:cNvPr id="0" name="图片 3214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464" y="2592"/>
                          <a:ext cx="528" cy="27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9" name="Line 44"/>
            <p:cNvSpPr/>
            <p:nvPr/>
          </p:nvSpPr>
          <p:spPr>
            <a:xfrm flipH="1">
              <a:off x="3024" y="2544"/>
              <a:ext cx="576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p:graphicFrame>
          <p:nvGraphicFramePr>
            <p:cNvPr id="15380" name="Object 45"/>
            <p:cNvGraphicFramePr>
              <a:graphicFrameLocks noChangeAspect="1"/>
            </p:cNvGraphicFramePr>
            <p:nvPr/>
          </p:nvGraphicFramePr>
          <p:xfrm>
            <a:off x="2750" y="2469"/>
            <a:ext cx="206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1" name="" r:id="rId13" imgW="71755" imgH="91440" progId="Equation.3">
                    <p:embed/>
                  </p:oleObj>
                </mc:Choice>
                <mc:Fallback>
                  <p:oleObj name="" r:id="rId13" imgW="71755" imgH="91440" progId="Equation.3">
                    <p:embed/>
                    <p:pic>
                      <p:nvPicPr>
                        <p:cNvPr id="0" name="图片 3220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750" y="2469"/>
                          <a:ext cx="206" cy="2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2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06851" name="Object 3"/>
          <p:cNvGraphicFramePr>
            <a:graphicFrameLocks noChangeAspect="1"/>
          </p:cNvGraphicFramePr>
          <p:nvPr/>
        </p:nvGraphicFramePr>
        <p:xfrm>
          <a:off x="838200" y="1981200"/>
          <a:ext cx="3124200" cy="155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" name="" r:id="rId1" imgW="1485900" imgH="736600" progId="Equation.3">
                  <p:embed/>
                </p:oleObj>
              </mc:Choice>
              <mc:Fallback>
                <p:oleObj name="" r:id="rId1" imgW="1485900" imgH="736600" progId="Equation.3">
                  <p:embed/>
                  <p:pic>
                    <p:nvPicPr>
                      <p:cNvPr id="0" name="图片 319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38200" y="1981200"/>
                        <a:ext cx="3124200" cy="1555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52" name="Object 4"/>
          <p:cNvGraphicFramePr>
            <a:graphicFrameLocks noChangeAspect="1"/>
          </p:cNvGraphicFramePr>
          <p:nvPr/>
        </p:nvGraphicFramePr>
        <p:xfrm>
          <a:off x="3921125" y="2438400"/>
          <a:ext cx="2262188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" name="" r:id="rId3" imgW="1040765" imgH="469900" progId="Equation.3">
                  <p:embed/>
                </p:oleObj>
              </mc:Choice>
              <mc:Fallback>
                <p:oleObj name="" r:id="rId3" imgW="1040765" imgH="469900" progId="Equation.3">
                  <p:embed/>
                  <p:pic>
                    <p:nvPicPr>
                      <p:cNvPr id="0" name="图片 320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21125" y="2438400"/>
                        <a:ext cx="2262188" cy="1019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Object 57"/>
          <p:cNvGraphicFramePr>
            <a:graphicFrameLocks noChangeAspect="1"/>
          </p:cNvGraphicFramePr>
          <p:nvPr/>
        </p:nvGraphicFramePr>
        <p:xfrm>
          <a:off x="838200" y="838200"/>
          <a:ext cx="312420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" name="" r:id="rId5" imgW="1574800" imgH="469900" progId="Equation.3">
                  <p:embed/>
                </p:oleObj>
              </mc:Choice>
              <mc:Fallback>
                <p:oleObj name="" r:id="rId5" imgW="1574800" imgH="469900" progId="Equation.3">
                  <p:embed/>
                  <p:pic>
                    <p:nvPicPr>
                      <p:cNvPr id="0" name="图片 319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38200" y="838200"/>
                        <a:ext cx="3124200" cy="996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6907" name="Group 59"/>
          <p:cNvGrpSpPr/>
          <p:nvPr/>
        </p:nvGrpSpPr>
        <p:grpSpPr>
          <a:xfrm>
            <a:off x="4038600" y="838200"/>
            <a:ext cx="4648200" cy="1014413"/>
            <a:chOff x="2544" y="528"/>
            <a:chExt cx="2928" cy="639"/>
          </a:xfrm>
        </p:grpSpPr>
        <p:graphicFrame>
          <p:nvGraphicFramePr>
            <p:cNvPr id="16407" name="Object 39"/>
            <p:cNvGraphicFramePr>
              <a:graphicFrameLocks noChangeAspect="1"/>
            </p:cNvGraphicFramePr>
            <p:nvPr/>
          </p:nvGraphicFramePr>
          <p:xfrm>
            <a:off x="2832" y="528"/>
            <a:ext cx="2640" cy="6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6" name="" r:id="rId7" imgW="1943100" imgH="469900" progId="Equation.3">
                    <p:embed/>
                  </p:oleObj>
                </mc:Choice>
                <mc:Fallback>
                  <p:oleObj name="" r:id="rId7" imgW="1943100" imgH="469900" progId="Equation.3">
                    <p:embed/>
                    <p:pic>
                      <p:nvPicPr>
                        <p:cNvPr id="0" name="图片 321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832" y="528"/>
                          <a:ext cx="2640" cy="6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8" name="AutoShape 58"/>
            <p:cNvSpPr/>
            <p:nvPr/>
          </p:nvSpPr>
          <p:spPr>
            <a:xfrm>
              <a:off x="2544" y="768"/>
              <a:ext cx="288" cy="192"/>
            </a:xfrm>
            <a:prstGeom prst="rightArrow">
              <a:avLst>
                <a:gd name="adj1" fmla="val 50000"/>
                <a:gd name="adj2" fmla="val 37500"/>
              </a:avLst>
            </a:prstGeom>
            <a:gradFill rotWithShape="0">
              <a:gsLst>
                <a:gs pos="0">
                  <a:srgbClr val="000000"/>
                </a:gs>
                <a:gs pos="50000">
                  <a:srgbClr val="CC0000"/>
                </a:gs>
                <a:gs pos="100000">
                  <a:srgbClr val="000000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6390" name="Group 48"/>
          <p:cNvGrpSpPr/>
          <p:nvPr/>
        </p:nvGrpSpPr>
        <p:grpSpPr>
          <a:xfrm>
            <a:off x="771525" y="3581400"/>
            <a:ext cx="7772400" cy="2133600"/>
            <a:chOff x="486" y="2256"/>
            <a:chExt cx="4896" cy="1344"/>
          </a:xfrm>
        </p:grpSpPr>
        <p:sp>
          <p:nvSpPr>
            <p:cNvPr id="16391" name="Rectangle 30"/>
            <p:cNvSpPr/>
            <p:nvPr/>
          </p:nvSpPr>
          <p:spPr>
            <a:xfrm>
              <a:off x="486" y="2256"/>
              <a:ext cx="4896" cy="134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6392" name="Line 31"/>
            <p:cNvSpPr/>
            <p:nvPr/>
          </p:nvSpPr>
          <p:spPr>
            <a:xfrm>
              <a:off x="864" y="2928"/>
              <a:ext cx="39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6393" name="Oval 32"/>
            <p:cNvSpPr/>
            <p:nvPr/>
          </p:nvSpPr>
          <p:spPr>
            <a:xfrm>
              <a:off x="3216" y="2832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5C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6394" name="Line 33"/>
            <p:cNvSpPr/>
            <p:nvPr/>
          </p:nvSpPr>
          <p:spPr>
            <a:xfrm flipV="1">
              <a:off x="1296" y="2736"/>
              <a:ext cx="0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6395" name="Line 34"/>
            <p:cNvSpPr/>
            <p:nvPr/>
          </p:nvSpPr>
          <p:spPr>
            <a:xfrm flipV="1">
              <a:off x="1968" y="2736"/>
              <a:ext cx="0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6396" name="Line 35"/>
            <p:cNvSpPr/>
            <p:nvPr/>
          </p:nvSpPr>
          <p:spPr>
            <a:xfrm flipV="1">
              <a:off x="2640" y="2736"/>
              <a:ext cx="0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6397" name="Line 36"/>
            <p:cNvSpPr/>
            <p:nvPr/>
          </p:nvSpPr>
          <p:spPr>
            <a:xfrm flipV="1">
              <a:off x="3984" y="2736"/>
              <a:ext cx="0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6398" name="Line 37"/>
            <p:cNvSpPr/>
            <p:nvPr/>
          </p:nvSpPr>
          <p:spPr>
            <a:xfrm flipV="1">
              <a:off x="3312" y="2736"/>
              <a:ext cx="0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graphicFrame>
          <p:nvGraphicFramePr>
            <p:cNvPr id="16399" name="Object 38"/>
            <p:cNvGraphicFramePr>
              <a:graphicFrameLocks noChangeAspect="1"/>
            </p:cNvGraphicFramePr>
            <p:nvPr/>
          </p:nvGraphicFramePr>
          <p:xfrm>
            <a:off x="2496" y="2928"/>
            <a:ext cx="302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2" name="" r:id="rId9" imgW="127000" imgH="139700" progId="Equation.3">
                    <p:embed/>
                  </p:oleObj>
                </mc:Choice>
                <mc:Fallback>
                  <p:oleObj name="" r:id="rId9" imgW="127000" imgH="139700" progId="Equation.3">
                    <p:embed/>
                    <p:pic>
                      <p:nvPicPr>
                        <p:cNvPr id="0" name="图片 3211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496" y="2928"/>
                          <a:ext cx="302" cy="3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0" name="Object 39"/>
            <p:cNvGraphicFramePr>
              <a:graphicFrameLocks noChangeAspect="1"/>
            </p:cNvGraphicFramePr>
            <p:nvPr/>
          </p:nvGraphicFramePr>
          <p:xfrm>
            <a:off x="720" y="3012"/>
            <a:ext cx="708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8" name="" r:id="rId11" imgW="419100" imgH="177800" progId="Equation.3">
                    <p:embed/>
                  </p:oleObj>
                </mc:Choice>
                <mc:Fallback>
                  <p:oleObj name="" r:id="rId11" imgW="419100" imgH="177800" progId="Equation.3">
                    <p:embed/>
                    <p:pic>
                      <p:nvPicPr>
                        <p:cNvPr id="0" name="图片 3217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720" y="3012"/>
                          <a:ext cx="708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1" name="Object 40"/>
            <p:cNvGraphicFramePr>
              <a:graphicFrameLocks noChangeAspect="1"/>
            </p:cNvGraphicFramePr>
            <p:nvPr/>
          </p:nvGraphicFramePr>
          <p:xfrm>
            <a:off x="1536" y="3012"/>
            <a:ext cx="708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6" name="" r:id="rId13" imgW="419100" imgH="177800" progId="Equation.3">
                    <p:embed/>
                  </p:oleObj>
                </mc:Choice>
                <mc:Fallback>
                  <p:oleObj name="" r:id="rId13" imgW="419100" imgH="177800" progId="Equation.3">
                    <p:embed/>
                    <p:pic>
                      <p:nvPicPr>
                        <p:cNvPr id="0" name="图片 3205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536" y="3012"/>
                          <a:ext cx="708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2" name="Object 41"/>
            <p:cNvGraphicFramePr>
              <a:graphicFrameLocks noChangeAspect="1"/>
            </p:cNvGraphicFramePr>
            <p:nvPr/>
          </p:nvGraphicFramePr>
          <p:xfrm>
            <a:off x="3072" y="3024"/>
            <a:ext cx="536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5" name="" r:id="rId15" imgW="316865" imgH="177800" progId="Equation.3">
                    <p:embed/>
                  </p:oleObj>
                </mc:Choice>
                <mc:Fallback>
                  <p:oleObj name="" r:id="rId15" imgW="316865" imgH="177800" progId="Equation.3">
                    <p:embed/>
                    <p:pic>
                      <p:nvPicPr>
                        <p:cNvPr id="0" name="图片 3194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072" y="3024"/>
                          <a:ext cx="536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3" name="Object 42"/>
            <p:cNvGraphicFramePr>
              <a:graphicFrameLocks noChangeAspect="1"/>
            </p:cNvGraphicFramePr>
            <p:nvPr/>
          </p:nvGraphicFramePr>
          <p:xfrm>
            <a:off x="3840" y="3012"/>
            <a:ext cx="515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9" name="" r:id="rId17" imgW="304165" imgH="177800" progId="Equation.3">
                    <p:embed/>
                  </p:oleObj>
                </mc:Choice>
                <mc:Fallback>
                  <p:oleObj name="" r:id="rId17" imgW="304165" imgH="177800" progId="Equation.3">
                    <p:embed/>
                    <p:pic>
                      <p:nvPicPr>
                        <p:cNvPr id="0" name="图片 3198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840" y="3012"/>
                          <a:ext cx="515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4" name="Object 43"/>
            <p:cNvGraphicFramePr>
              <a:graphicFrameLocks noChangeAspect="1"/>
            </p:cNvGraphicFramePr>
            <p:nvPr/>
          </p:nvGraphicFramePr>
          <p:xfrm>
            <a:off x="4464" y="2592"/>
            <a:ext cx="528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0" name="" r:id="rId19" imgW="342900" imgH="177800" progId="Equation.3">
                    <p:embed/>
                  </p:oleObj>
                </mc:Choice>
                <mc:Fallback>
                  <p:oleObj name="" r:id="rId19" imgW="342900" imgH="177800" progId="Equation.3">
                    <p:embed/>
                    <p:pic>
                      <p:nvPicPr>
                        <p:cNvPr id="0" name="图片 3199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464" y="2592"/>
                          <a:ext cx="528" cy="27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5" name="Line 44"/>
            <p:cNvSpPr/>
            <p:nvPr/>
          </p:nvSpPr>
          <p:spPr>
            <a:xfrm flipH="1">
              <a:off x="3024" y="2544"/>
              <a:ext cx="576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p:graphicFrame>
          <p:nvGraphicFramePr>
            <p:cNvPr id="16406" name="Object 45"/>
            <p:cNvGraphicFramePr>
              <a:graphicFrameLocks noChangeAspect="1"/>
            </p:cNvGraphicFramePr>
            <p:nvPr/>
          </p:nvGraphicFramePr>
          <p:xfrm>
            <a:off x="2771" y="2432"/>
            <a:ext cx="218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2" name="" r:id="rId21" imgW="127000" imgH="139700" progId="Equation.3">
                    <p:embed/>
                  </p:oleObj>
                </mc:Choice>
                <mc:Fallback>
                  <p:oleObj name="" r:id="rId21" imgW="127000" imgH="139700" progId="Equation.3">
                    <p:embed/>
                    <p:pic>
                      <p:nvPicPr>
                        <p:cNvPr id="0" name="图片 3201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771" y="2432"/>
                          <a:ext cx="218" cy="2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206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206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3"/>
          <p:cNvSpPr/>
          <p:nvPr/>
        </p:nvSpPr>
        <p:spPr>
          <a:xfrm>
            <a:off x="838200" y="708025"/>
            <a:ext cx="2362200" cy="676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dirty="0">
                <a:solidFill>
                  <a:srgbClr val="CC0000"/>
                </a:solidFill>
                <a:latin typeface="宋体" panose="02010600030101010101" pitchFamily="2" charset="-122"/>
              </a:rPr>
              <a:t>法二</a:t>
            </a:r>
            <a:endParaRPr lang="zh-CN" altLang="en-US" sz="3200" dirty="0">
              <a:solidFill>
                <a:srgbClr val="CC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97669" name="Object 37"/>
          <p:cNvGraphicFramePr>
            <a:graphicFrameLocks noChangeAspect="1"/>
          </p:cNvGraphicFramePr>
          <p:nvPr/>
        </p:nvGraphicFramePr>
        <p:xfrm>
          <a:off x="1295400" y="4648200"/>
          <a:ext cx="1447800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0" name="" r:id="rId1" imgW="546100" imgH="469900" progId="Equation.3">
                  <p:embed/>
                </p:oleObj>
              </mc:Choice>
              <mc:Fallback>
                <p:oleObj name="" r:id="rId1" imgW="546100" imgH="469900" progId="Equation.3">
                  <p:embed/>
                  <p:pic>
                    <p:nvPicPr>
                      <p:cNvPr id="0" name="图片 320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95400" y="4648200"/>
                        <a:ext cx="1447800" cy="1096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71" name="Object 39"/>
          <p:cNvGraphicFramePr>
            <a:graphicFrameLocks noChangeAspect="1"/>
          </p:cNvGraphicFramePr>
          <p:nvPr/>
        </p:nvGraphicFramePr>
        <p:xfrm>
          <a:off x="5580063" y="4703763"/>
          <a:ext cx="2462212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4" name="" r:id="rId3" imgW="1143000" imgH="469900" progId="Equation.3">
                  <p:embed/>
                </p:oleObj>
              </mc:Choice>
              <mc:Fallback>
                <p:oleObj name="" r:id="rId3" imgW="1143000" imgH="469900" progId="Equation.3">
                  <p:embed/>
                  <p:pic>
                    <p:nvPicPr>
                      <p:cNvPr id="0" name="图片 320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80063" y="4703763"/>
                        <a:ext cx="2462212" cy="1011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80" name="Object 48"/>
          <p:cNvGraphicFramePr>
            <a:graphicFrameLocks noChangeAspect="1"/>
          </p:cNvGraphicFramePr>
          <p:nvPr/>
        </p:nvGraphicFramePr>
        <p:xfrm>
          <a:off x="3071813" y="4686300"/>
          <a:ext cx="2276475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" name="" r:id="rId5" imgW="1040765" imgH="469900" progId="Equation.3">
                  <p:embed/>
                </p:oleObj>
              </mc:Choice>
              <mc:Fallback>
                <p:oleObj name="" r:id="rId5" imgW="1040765" imgH="469900" progId="Equation.3">
                  <p:embed/>
                  <p:pic>
                    <p:nvPicPr>
                      <p:cNvPr id="0" name="图片 320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71813" y="4686300"/>
                        <a:ext cx="2276475" cy="1030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414" name="Group 46"/>
          <p:cNvGrpSpPr/>
          <p:nvPr/>
        </p:nvGrpSpPr>
        <p:grpSpPr>
          <a:xfrm>
            <a:off x="762000" y="1470025"/>
            <a:ext cx="7543800" cy="3124200"/>
            <a:chOff x="576" y="960"/>
            <a:chExt cx="4752" cy="1968"/>
          </a:xfrm>
        </p:grpSpPr>
        <p:sp>
          <p:nvSpPr>
            <p:cNvPr id="17434" name="Rectangle 4"/>
            <p:cNvSpPr/>
            <p:nvPr/>
          </p:nvSpPr>
          <p:spPr>
            <a:xfrm>
              <a:off x="576" y="960"/>
              <a:ext cx="4752" cy="196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7435" name="Line 10"/>
            <p:cNvSpPr/>
            <p:nvPr/>
          </p:nvSpPr>
          <p:spPr>
            <a:xfrm>
              <a:off x="912" y="2532"/>
              <a:ext cx="39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7436" name="Line 11"/>
            <p:cNvSpPr/>
            <p:nvPr/>
          </p:nvSpPr>
          <p:spPr>
            <a:xfrm flipV="1">
              <a:off x="1536" y="2340"/>
              <a:ext cx="0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7437" name="Line 12"/>
            <p:cNvSpPr/>
            <p:nvPr/>
          </p:nvSpPr>
          <p:spPr>
            <a:xfrm flipV="1">
              <a:off x="2112" y="2340"/>
              <a:ext cx="0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7438" name="Line 13"/>
            <p:cNvSpPr/>
            <p:nvPr/>
          </p:nvSpPr>
          <p:spPr>
            <a:xfrm flipV="1">
              <a:off x="2688" y="2340"/>
              <a:ext cx="0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7439" name="Line 14"/>
            <p:cNvSpPr/>
            <p:nvPr/>
          </p:nvSpPr>
          <p:spPr>
            <a:xfrm flipV="1">
              <a:off x="3840" y="2340"/>
              <a:ext cx="0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7440" name="Line 15"/>
            <p:cNvSpPr/>
            <p:nvPr/>
          </p:nvSpPr>
          <p:spPr>
            <a:xfrm flipV="1">
              <a:off x="3264" y="2340"/>
              <a:ext cx="0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graphicFrame>
          <p:nvGraphicFramePr>
            <p:cNvPr id="17441" name="Object 16"/>
            <p:cNvGraphicFramePr>
              <a:graphicFrameLocks noChangeAspect="1"/>
            </p:cNvGraphicFramePr>
            <p:nvPr/>
          </p:nvGraphicFramePr>
          <p:xfrm>
            <a:off x="2544" y="2532"/>
            <a:ext cx="302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6" name="" r:id="rId7" imgW="127000" imgH="139700" progId="Equation.3">
                    <p:embed/>
                  </p:oleObj>
                </mc:Choice>
                <mc:Fallback>
                  <p:oleObj name="" r:id="rId7" imgW="127000" imgH="139700" progId="Equation.3">
                    <p:embed/>
                    <p:pic>
                      <p:nvPicPr>
                        <p:cNvPr id="0" name="图片 322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544" y="2532"/>
                          <a:ext cx="302" cy="3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42" name="Object 17"/>
            <p:cNvGraphicFramePr>
              <a:graphicFrameLocks noChangeAspect="1"/>
            </p:cNvGraphicFramePr>
            <p:nvPr/>
          </p:nvGraphicFramePr>
          <p:xfrm>
            <a:off x="972" y="2544"/>
            <a:ext cx="708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7" name="" r:id="rId9" imgW="419100" imgH="177800" progId="Equation.3">
                    <p:embed/>
                  </p:oleObj>
                </mc:Choice>
                <mc:Fallback>
                  <p:oleObj name="" r:id="rId9" imgW="419100" imgH="177800" progId="Equation.3">
                    <p:embed/>
                    <p:pic>
                      <p:nvPicPr>
                        <p:cNvPr id="0" name="图片 3226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972" y="2544"/>
                          <a:ext cx="708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43" name="Object 18"/>
            <p:cNvGraphicFramePr>
              <a:graphicFrameLocks noChangeAspect="1"/>
            </p:cNvGraphicFramePr>
            <p:nvPr/>
          </p:nvGraphicFramePr>
          <p:xfrm>
            <a:off x="1740" y="2544"/>
            <a:ext cx="708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8" name="" r:id="rId11" imgW="419100" imgH="177800" progId="Equation.3">
                    <p:embed/>
                  </p:oleObj>
                </mc:Choice>
                <mc:Fallback>
                  <p:oleObj name="" r:id="rId11" imgW="419100" imgH="177800" progId="Equation.3">
                    <p:embed/>
                    <p:pic>
                      <p:nvPicPr>
                        <p:cNvPr id="0" name="图片 3227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740" y="2544"/>
                          <a:ext cx="708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44" name="Object 19"/>
            <p:cNvGraphicFramePr>
              <a:graphicFrameLocks noChangeAspect="1"/>
            </p:cNvGraphicFramePr>
            <p:nvPr/>
          </p:nvGraphicFramePr>
          <p:xfrm>
            <a:off x="2976" y="2544"/>
            <a:ext cx="536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2" name="" r:id="rId13" imgW="316865" imgH="177800" progId="Equation.3">
                    <p:embed/>
                  </p:oleObj>
                </mc:Choice>
                <mc:Fallback>
                  <p:oleObj name="" r:id="rId13" imgW="316865" imgH="177800" progId="Equation.3">
                    <p:embed/>
                    <p:pic>
                      <p:nvPicPr>
                        <p:cNvPr id="0" name="图片 3221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976" y="2544"/>
                          <a:ext cx="536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45" name="Object 20"/>
            <p:cNvGraphicFramePr>
              <a:graphicFrameLocks noChangeAspect="1"/>
            </p:cNvGraphicFramePr>
            <p:nvPr/>
          </p:nvGraphicFramePr>
          <p:xfrm>
            <a:off x="3744" y="2544"/>
            <a:ext cx="515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4" name="" r:id="rId15" imgW="304165" imgH="177800" progId="Equation.3">
                    <p:embed/>
                  </p:oleObj>
                </mc:Choice>
                <mc:Fallback>
                  <p:oleObj name="" r:id="rId15" imgW="304165" imgH="177800" progId="Equation.3">
                    <p:embed/>
                    <p:pic>
                      <p:nvPicPr>
                        <p:cNvPr id="0" name="图片 3223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744" y="2544"/>
                          <a:ext cx="515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46" name="Object 21"/>
            <p:cNvGraphicFramePr>
              <a:graphicFrameLocks noChangeAspect="1"/>
            </p:cNvGraphicFramePr>
            <p:nvPr/>
          </p:nvGraphicFramePr>
          <p:xfrm>
            <a:off x="4548" y="2291"/>
            <a:ext cx="396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0" name="" r:id="rId17" imgW="342900" imgH="177800" progId="Equation.3">
                    <p:embed/>
                  </p:oleObj>
                </mc:Choice>
                <mc:Fallback>
                  <p:oleObj name="" r:id="rId17" imgW="342900" imgH="177800" progId="Equation.3">
                    <p:embed/>
                    <p:pic>
                      <p:nvPicPr>
                        <p:cNvPr id="0" name="图片 3229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548" y="2291"/>
                          <a:ext cx="396" cy="20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" name="Group 70"/>
          <p:cNvGrpSpPr/>
          <p:nvPr/>
        </p:nvGrpSpPr>
        <p:grpSpPr>
          <a:xfrm>
            <a:off x="4114800" y="1846263"/>
            <a:ext cx="1150938" cy="2116137"/>
            <a:chOff x="2544" y="1163"/>
            <a:chExt cx="725" cy="1333"/>
          </a:xfrm>
        </p:grpSpPr>
        <p:sp>
          <p:nvSpPr>
            <p:cNvPr id="17428" name="Line 6"/>
            <p:cNvSpPr/>
            <p:nvPr/>
          </p:nvSpPr>
          <p:spPr>
            <a:xfrm>
              <a:off x="3120" y="1560"/>
              <a:ext cx="0" cy="912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17429" name="Freeform 22"/>
            <p:cNvSpPr/>
            <p:nvPr/>
          </p:nvSpPr>
          <p:spPr>
            <a:xfrm>
              <a:off x="2728" y="2179"/>
              <a:ext cx="154" cy="314"/>
            </a:xfrm>
            <a:custGeom>
              <a:avLst/>
              <a:gdLst/>
              <a:ahLst/>
              <a:cxnLst>
                <a:cxn ang="0">
                  <a:pos x="154" y="314"/>
                </a:cxn>
                <a:cxn ang="0">
                  <a:pos x="108" y="139"/>
                </a:cxn>
                <a:cxn ang="0">
                  <a:pos x="0" y="0"/>
                </a:cxn>
              </a:cxnLst>
              <a:pathLst>
                <a:path w="154" h="314">
                  <a:moveTo>
                    <a:pt x="154" y="314"/>
                  </a:moveTo>
                  <a:cubicBezTo>
                    <a:pt x="146" y="285"/>
                    <a:pt x="134" y="191"/>
                    <a:pt x="108" y="139"/>
                  </a:cubicBezTo>
                  <a:cubicBezTo>
                    <a:pt x="82" y="87"/>
                    <a:pt x="22" y="29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rgbClr val="009900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430" name="Line 5"/>
            <p:cNvSpPr/>
            <p:nvPr/>
          </p:nvSpPr>
          <p:spPr>
            <a:xfrm flipV="1">
              <a:off x="2544" y="1536"/>
              <a:ext cx="576" cy="96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7431" name="Freeform 8"/>
            <p:cNvSpPr/>
            <p:nvPr/>
          </p:nvSpPr>
          <p:spPr>
            <a:xfrm rot="-2034574">
              <a:off x="2976" y="1179"/>
              <a:ext cx="142" cy="405"/>
            </a:xfrm>
            <a:custGeom>
              <a:avLst/>
              <a:gdLst/>
              <a:ahLst/>
              <a:cxnLst>
                <a:cxn ang="0">
                  <a:pos x="142" y="405"/>
                </a:cxn>
                <a:cxn ang="0">
                  <a:pos x="105" y="195"/>
                </a:cxn>
                <a:cxn ang="0">
                  <a:pos x="0" y="0"/>
                </a:cxn>
              </a:cxnLst>
              <a:pathLst>
                <a:path w="142" h="405">
                  <a:moveTo>
                    <a:pt x="142" y="405"/>
                  </a:moveTo>
                  <a:cubicBezTo>
                    <a:pt x="136" y="370"/>
                    <a:pt x="129" y="262"/>
                    <a:pt x="105" y="195"/>
                  </a:cubicBezTo>
                  <a:cubicBezTo>
                    <a:pt x="81" y="128"/>
                    <a:pt x="22" y="41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17432" name="Object 9"/>
            <p:cNvGraphicFramePr>
              <a:graphicFrameLocks noChangeAspect="1"/>
            </p:cNvGraphicFramePr>
            <p:nvPr/>
          </p:nvGraphicFramePr>
          <p:xfrm>
            <a:off x="3072" y="1163"/>
            <a:ext cx="197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2" name="" r:id="rId19" imgW="104775" imgH="91440" progId="Equation.3">
                    <p:embed/>
                  </p:oleObj>
                </mc:Choice>
                <mc:Fallback>
                  <p:oleObj name="" r:id="rId19" imgW="104775" imgH="91440" progId="Equation.3">
                    <p:embed/>
                    <p:pic>
                      <p:nvPicPr>
                        <p:cNvPr id="0" name="图片 3231"/>
                        <p:cNvPicPr/>
                        <p:nvPr/>
                      </p:nvPicPr>
                      <p:blipFill>
                        <a:blip r:embed="rId20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072" y="1163"/>
                          <a:ext cx="197" cy="1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3" name="Object 23"/>
            <p:cNvGraphicFramePr>
              <a:graphicFrameLocks noChangeAspect="1"/>
            </p:cNvGraphicFramePr>
            <p:nvPr/>
          </p:nvGraphicFramePr>
          <p:xfrm>
            <a:off x="2832" y="2098"/>
            <a:ext cx="396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1" name="" r:id="rId21" imgW="202565" imgH="169545" progId="Equation.DSMT4">
                    <p:embed/>
                  </p:oleObj>
                </mc:Choice>
                <mc:Fallback>
                  <p:oleObj name="" r:id="rId21" imgW="202565" imgH="169545" progId="Equation.DSMT4">
                    <p:embed/>
                    <p:pic>
                      <p:nvPicPr>
                        <p:cNvPr id="0" name="图片 3230"/>
                        <p:cNvPicPr/>
                        <p:nvPr/>
                      </p:nvPicPr>
                      <p:blipFill>
                        <a:blip r:embed="rId22">
                          <a:clrChange>
                            <a:clrFrom>
                              <a:srgbClr val="000000"/>
                            </a:clrFrom>
                            <a:clrTo>
                              <a:srgbClr val="0099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832" y="2098"/>
                          <a:ext cx="396" cy="3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0" name="AutoShape 32"/>
          <p:cNvSpPr/>
          <p:nvPr/>
        </p:nvSpPr>
        <p:spPr>
          <a:xfrm>
            <a:off x="5943600" y="2079625"/>
            <a:ext cx="1752600" cy="533400"/>
          </a:xfrm>
          <a:prstGeom prst="wedgeRectCallout">
            <a:avLst>
              <a:gd name="adj1" fmla="val -118569"/>
              <a:gd name="adj2" fmla="val 140773"/>
            </a:avLst>
          </a:prstGeom>
          <a:solidFill>
            <a:schemeClr val="accent1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sm" len="lg"/>
          </a:ln>
        </p:spPr>
        <p:txBody>
          <a:bodyPr/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起始时刻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61" name="Group 47"/>
          <p:cNvGrpSpPr/>
          <p:nvPr/>
        </p:nvGrpSpPr>
        <p:grpSpPr>
          <a:xfrm>
            <a:off x="1295400" y="2003425"/>
            <a:ext cx="1371600" cy="533400"/>
            <a:chOff x="912" y="1296"/>
            <a:chExt cx="864" cy="336"/>
          </a:xfrm>
        </p:grpSpPr>
        <p:sp>
          <p:nvSpPr>
            <p:cNvPr id="17426" name="AutoShape 33"/>
            <p:cNvSpPr/>
            <p:nvPr/>
          </p:nvSpPr>
          <p:spPr>
            <a:xfrm>
              <a:off x="912" y="1296"/>
              <a:ext cx="864" cy="336"/>
            </a:xfrm>
            <a:prstGeom prst="wedgeRectCallout">
              <a:avLst>
                <a:gd name="adj1" fmla="val 115394"/>
                <a:gd name="adj2" fmla="val 169644"/>
              </a:avLst>
            </a:prstGeom>
            <a:solidFill>
              <a:schemeClr val="accent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/>
            <a:p>
              <a:pPr algn="ctr" eaLnBrk="1" hangingPunct="1"/>
              <a:r>
                <a:rPr lang="zh-CN" altLang="en-US" dirty="0">
                  <a:latin typeface="Times New Roman" panose="02020603050405020304" pitchFamily="18" charset="0"/>
                </a:rPr>
                <a:t>     时刻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7427" name="Object 34"/>
            <p:cNvGraphicFramePr>
              <a:graphicFrameLocks noChangeAspect="1"/>
            </p:cNvGraphicFramePr>
            <p:nvPr/>
          </p:nvGraphicFramePr>
          <p:xfrm>
            <a:off x="1008" y="1296"/>
            <a:ext cx="19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5" name="" r:id="rId23" imgW="88900" imgH="152400" progId="Equation.3">
                    <p:embed/>
                  </p:oleObj>
                </mc:Choice>
                <mc:Fallback>
                  <p:oleObj name="" r:id="rId23" imgW="88900" imgH="152400" progId="Equation.3">
                    <p:embed/>
                    <p:pic>
                      <p:nvPicPr>
                        <p:cNvPr id="0" name="图片 3224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008" y="1296"/>
                          <a:ext cx="196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4" name="Group 72"/>
          <p:cNvGrpSpPr/>
          <p:nvPr/>
        </p:nvGrpSpPr>
        <p:grpSpPr>
          <a:xfrm>
            <a:off x="3724275" y="2565400"/>
            <a:ext cx="847725" cy="828675"/>
            <a:chOff x="2328" y="1835"/>
            <a:chExt cx="419" cy="333"/>
          </a:xfrm>
        </p:grpSpPr>
        <p:sp>
          <p:nvSpPr>
            <p:cNvPr id="17424" name="Freeform 35"/>
            <p:cNvSpPr/>
            <p:nvPr/>
          </p:nvSpPr>
          <p:spPr>
            <a:xfrm rot="-4314154">
              <a:off x="2464" y="1885"/>
              <a:ext cx="144" cy="419"/>
            </a:xfrm>
            <a:custGeom>
              <a:avLst/>
              <a:gdLst/>
              <a:ahLst/>
              <a:cxnLst>
                <a:cxn ang="0">
                  <a:pos x="148" y="448"/>
                </a:cxn>
                <a:cxn ang="0">
                  <a:pos x="109" y="216"/>
                </a:cxn>
                <a:cxn ang="0">
                  <a:pos x="0" y="0"/>
                </a:cxn>
              </a:cxnLst>
              <a:pathLst>
                <a:path w="142" h="405">
                  <a:moveTo>
                    <a:pt x="142" y="405"/>
                  </a:moveTo>
                  <a:cubicBezTo>
                    <a:pt x="136" y="370"/>
                    <a:pt x="129" y="262"/>
                    <a:pt x="105" y="195"/>
                  </a:cubicBezTo>
                  <a:cubicBezTo>
                    <a:pt x="81" y="128"/>
                    <a:pt x="22" y="41"/>
                    <a:pt x="0" y="0"/>
                  </a:cubicBezTo>
                </a:path>
              </a:pathLst>
            </a:custGeom>
            <a:noFill/>
            <a:ln w="38100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17425" name="Object 36"/>
            <p:cNvGraphicFramePr>
              <a:graphicFrameLocks noChangeAspect="1"/>
            </p:cNvGraphicFramePr>
            <p:nvPr/>
          </p:nvGraphicFramePr>
          <p:xfrm>
            <a:off x="2425" y="1835"/>
            <a:ext cx="238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9" name="" r:id="rId25" imgW="143510" imgH="104775" progId="Equation.3">
                    <p:embed/>
                  </p:oleObj>
                </mc:Choice>
                <mc:Fallback>
                  <p:oleObj name="" r:id="rId25" imgW="143510" imgH="104775" progId="Equation.3">
                    <p:embed/>
                    <p:pic>
                      <p:nvPicPr>
                        <p:cNvPr id="0" name="图片 3228"/>
                        <p:cNvPicPr/>
                        <p:nvPr/>
                      </p:nvPicPr>
                      <p:blipFill>
                        <a:blip r:embed="rId26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425" y="1835"/>
                          <a:ext cx="238" cy="1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7" name="Group 71"/>
          <p:cNvGrpSpPr/>
          <p:nvPr/>
        </p:nvGrpSpPr>
        <p:grpSpPr>
          <a:xfrm>
            <a:off x="2990850" y="2460625"/>
            <a:ext cx="1123950" cy="1524000"/>
            <a:chOff x="1836" y="1550"/>
            <a:chExt cx="708" cy="960"/>
          </a:xfrm>
        </p:grpSpPr>
        <p:sp>
          <p:nvSpPr>
            <p:cNvPr id="17420" name="Line 25"/>
            <p:cNvSpPr/>
            <p:nvPr/>
          </p:nvSpPr>
          <p:spPr>
            <a:xfrm flipH="1" flipV="1">
              <a:off x="1952" y="1550"/>
              <a:ext cx="592" cy="946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7421" name="Line 26"/>
            <p:cNvSpPr/>
            <p:nvPr/>
          </p:nvSpPr>
          <p:spPr>
            <a:xfrm>
              <a:off x="1968" y="1590"/>
              <a:ext cx="0" cy="912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17422" name="Freeform 27"/>
            <p:cNvSpPr/>
            <p:nvPr/>
          </p:nvSpPr>
          <p:spPr>
            <a:xfrm flipH="1">
              <a:off x="2208" y="2196"/>
              <a:ext cx="144" cy="314"/>
            </a:xfrm>
            <a:custGeom>
              <a:avLst/>
              <a:gdLst/>
              <a:ahLst/>
              <a:cxnLst>
                <a:cxn ang="0">
                  <a:pos x="126" y="314"/>
                </a:cxn>
                <a:cxn ang="0">
                  <a:pos x="88" y="139"/>
                </a:cxn>
                <a:cxn ang="0">
                  <a:pos x="0" y="0"/>
                </a:cxn>
              </a:cxnLst>
              <a:pathLst>
                <a:path w="154" h="314">
                  <a:moveTo>
                    <a:pt x="154" y="314"/>
                  </a:moveTo>
                  <a:cubicBezTo>
                    <a:pt x="146" y="285"/>
                    <a:pt x="134" y="191"/>
                    <a:pt x="108" y="139"/>
                  </a:cubicBezTo>
                  <a:cubicBezTo>
                    <a:pt x="82" y="87"/>
                    <a:pt x="22" y="29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rgbClr val="009900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17423" name="Object 66"/>
            <p:cNvGraphicFramePr>
              <a:graphicFrameLocks noChangeAspect="1"/>
            </p:cNvGraphicFramePr>
            <p:nvPr/>
          </p:nvGraphicFramePr>
          <p:xfrm>
            <a:off x="1836" y="2114"/>
            <a:ext cx="381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3" name="" r:id="rId27" imgW="202565" imgH="169545" progId="Equation.DSMT4">
                    <p:embed/>
                  </p:oleObj>
                </mc:Choice>
                <mc:Fallback>
                  <p:oleObj name="" r:id="rId27" imgW="202565" imgH="169545" progId="Equation.DSMT4">
                    <p:embed/>
                    <p:pic>
                      <p:nvPicPr>
                        <p:cNvPr id="0" name="图片 3222"/>
                        <p:cNvPicPr/>
                        <p:nvPr/>
                      </p:nvPicPr>
                      <p:blipFill>
                        <a:blip r:embed="rId28">
                          <a:clrChange>
                            <a:clrFrom>
                              <a:srgbClr val="000000"/>
                            </a:clrFrom>
                            <a:clrTo>
                              <a:srgbClr val="0099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836" y="2114"/>
                          <a:ext cx="381" cy="3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7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7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Text Box 11"/>
          <p:cNvSpPr txBox="1"/>
          <p:nvPr/>
        </p:nvSpPr>
        <p:spPr>
          <a:xfrm>
            <a:off x="971550" y="750888"/>
            <a:ext cx="4103688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6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选择进入下一节：</a:t>
            </a:r>
            <a:endParaRPr lang="zh-CN" altLang="en-US" sz="36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8435" name="Rectangle 2">
            <a:hlinkClick r:id="rId1" action="ppaction://hlinkpres?slideindex=1&amp;slidetitle="/>
          </p:cNvPr>
          <p:cNvSpPr/>
          <p:nvPr/>
        </p:nvSpPr>
        <p:spPr>
          <a:xfrm>
            <a:off x="1941513" y="1412875"/>
            <a:ext cx="71628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9-0 教学基本要求</a:t>
            </a:r>
            <a:endParaRPr lang="zh-CN" altLang="en-US" sz="3200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8436" name="Rectangle 3">
            <a:hlinkClick r:id="rId2" action="ppaction://hlinkpres?slideindex=1&amp;slidetitle="/>
          </p:cNvPr>
          <p:cNvSpPr/>
          <p:nvPr/>
        </p:nvSpPr>
        <p:spPr>
          <a:xfrm>
            <a:off x="1949450" y="2124075"/>
            <a:ext cx="7231063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9-1 简谐振动 振幅 周期和频率 相位</a:t>
            </a:r>
            <a:endParaRPr lang="zh-CN" altLang="en-US" sz="3200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8437" name="Rectangle 4">
            <a:hlinkClick r:id="rId3" action="ppaction://hlinkpres?slideindex=1&amp;slidetitle="/>
          </p:cNvPr>
          <p:cNvSpPr/>
          <p:nvPr/>
        </p:nvSpPr>
        <p:spPr>
          <a:xfrm>
            <a:off x="1949450" y="2905125"/>
            <a:ext cx="7231063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9-2 旋转矢量</a:t>
            </a:r>
            <a:endParaRPr lang="zh-CN" altLang="en-US" sz="3200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8438" name="Rectangle 5">
            <a:hlinkClick r:id="rId4" action="ppaction://hlinkpres?slideindex=1&amp;slidetitle="/>
          </p:cNvPr>
          <p:cNvSpPr/>
          <p:nvPr/>
        </p:nvSpPr>
        <p:spPr>
          <a:xfrm>
            <a:off x="1941513" y="3667125"/>
            <a:ext cx="7239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9-3 单摆和复摆</a:t>
            </a:r>
            <a:endParaRPr lang="zh-CN" altLang="en-US" sz="3200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8439" name="Rectangle 6">
            <a:hlinkClick r:id="rId5" action="ppaction://hlinkpres?slideindex=1&amp;slidetitle="/>
          </p:cNvPr>
          <p:cNvSpPr/>
          <p:nvPr/>
        </p:nvSpPr>
        <p:spPr>
          <a:xfrm>
            <a:off x="1941513" y="4437063"/>
            <a:ext cx="7132637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9-4 简谐振动的能量</a:t>
            </a:r>
            <a:endParaRPr lang="zh-CN" altLang="en-US" sz="3200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8440" name="Rectangle 2">
            <a:hlinkClick r:id="rId6" action="ppaction://hlinkpres?slideindex=1&amp;slidetitle="/>
          </p:cNvPr>
          <p:cNvSpPr/>
          <p:nvPr/>
        </p:nvSpPr>
        <p:spPr>
          <a:xfrm>
            <a:off x="1954213" y="5226050"/>
            <a:ext cx="7010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9-5 简谐振动的合成</a:t>
            </a:r>
            <a:endParaRPr lang="zh-CN" altLang="en-US" sz="3200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Text Box 9"/>
          <p:cNvSpPr txBox="1"/>
          <p:nvPr/>
        </p:nvSpPr>
        <p:spPr>
          <a:xfrm>
            <a:off x="971550" y="750888"/>
            <a:ext cx="4103688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600" dirty="0">
                <a:solidFill>
                  <a:srgbClr val="000066"/>
                </a:solidFill>
                <a:latin typeface="Arial" panose="020B0604020202020204" pitchFamily="34" charset="0"/>
                <a:ea typeface="楷体_GB2312" pitchFamily="49" charset="-122"/>
              </a:rPr>
              <a:t>选择进入下一节：</a:t>
            </a:r>
            <a:endParaRPr lang="zh-CN" altLang="en-US" sz="3600" dirty="0">
              <a:solidFill>
                <a:srgbClr val="000066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9459" name="Rectangle 4">
            <a:hlinkClick r:id="rId1" action="ppaction://hlinkpres?slideindex=1&amp;slidetitle="/>
          </p:cNvPr>
          <p:cNvSpPr/>
          <p:nvPr/>
        </p:nvSpPr>
        <p:spPr>
          <a:xfrm>
            <a:off x="1447800" y="2489200"/>
            <a:ext cx="71628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9-7 电磁振荡</a:t>
            </a:r>
            <a:endParaRPr lang="zh-CN" altLang="en-US" sz="3200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460" name="Rectangle 5">
            <a:hlinkClick r:id="rId2" action="ppaction://hlinkpres?slideindex=1&amp;slidetitle="/>
          </p:cNvPr>
          <p:cNvSpPr/>
          <p:nvPr/>
        </p:nvSpPr>
        <p:spPr>
          <a:xfrm>
            <a:off x="1447800" y="1706563"/>
            <a:ext cx="71628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9-6 阻尼振动 受迫振动 共振</a:t>
            </a:r>
            <a:endParaRPr lang="zh-CN" altLang="en-US" sz="3200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461" name="Rectangle 5">
            <a:hlinkClick r:id="rId3" action="ppaction://hlinkpres?slideindex=1&amp;slidetitle="/>
          </p:cNvPr>
          <p:cNvSpPr/>
          <p:nvPr/>
        </p:nvSpPr>
        <p:spPr>
          <a:xfrm>
            <a:off x="1441450" y="3209925"/>
            <a:ext cx="71628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9-</a:t>
            </a:r>
            <a:r>
              <a:rPr lang="en-US" altLang="zh-CN" sz="32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8</a:t>
            </a:r>
            <a:r>
              <a:rPr lang="zh-CN" altLang="en-US" sz="32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简述非线性系统</a:t>
            </a:r>
            <a:endParaRPr lang="zh-CN" altLang="en-US" sz="3200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462" name="Text Box 20"/>
          <p:cNvSpPr txBox="1"/>
          <p:nvPr/>
        </p:nvSpPr>
        <p:spPr>
          <a:xfrm>
            <a:off x="1258888" y="3213100"/>
            <a:ext cx="3381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*</a:t>
            </a:r>
            <a:endParaRPr lang="zh-CN" altLang="en-US" sz="2400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463" name="Text Box 20"/>
          <p:cNvSpPr txBox="1"/>
          <p:nvPr/>
        </p:nvSpPr>
        <p:spPr>
          <a:xfrm>
            <a:off x="1258888" y="1700213"/>
            <a:ext cx="3381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*</a:t>
            </a:r>
            <a:endParaRPr lang="zh-CN" altLang="en-US" sz="2400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4_1简谐运动">
  <a:themeElements>
    <a:clrScheme name="">
      <a:dk1>
        <a:srgbClr val="000000"/>
      </a:dk1>
      <a:lt1>
        <a:srgbClr val="FFFFFF"/>
      </a:lt1>
      <a:dk2>
        <a:srgbClr val="006666"/>
      </a:dk2>
      <a:lt2>
        <a:srgbClr val="FFFFCC"/>
      </a:lt2>
      <a:accent1>
        <a:srgbClr val="EDFAD2"/>
      </a:accent1>
      <a:accent2>
        <a:srgbClr val="EBF7FF"/>
      </a:accent2>
      <a:accent3>
        <a:srgbClr val="FFFFFF"/>
      </a:accent3>
      <a:accent4>
        <a:srgbClr val="000000"/>
      </a:accent4>
      <a:accent5>
        <a:srgbClr val="F4FCE5"/>
      </a:accent5>
      <a:accent6>
        <a:srgbClr val="D5E0E7"/>
      </a:accent6>
      <a:hlink>
        <a:srgbClr val="CC99FF"/>
      </a:hlink>
      <a:folHlink>
        <a:srgbClr val="F2DFFD"/>
      </a:folHlink>
    </a:clrScheme>
    <a:fontScheme name="14_1简谐运动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alt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alt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4_1简谐运动 1">
        <a:dk1>
          <a:srgbClr val="9900CC"/>
        </a:dk1>
        <a:lt1>
          <a:srgbClr val="FFFFCC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660066"/>
        </a:accent2>
        <a:accent3>
          <a:srgbClr val="AAAAAA"/>
        </a:accent3>
        <a:accent4>
          <a:srgbClr val="DADAAE"/>
        </a:accent4>
        <a:accent5>
          <a:srgbClr val="B8B8CA"/>
        </a:accent5>
        <a:accent6>
          <a:srgbClr val="5C005C"/>
        </a:accent6>
        <a:hlink>
          <a:srgbClr val="CC00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_1简谐运动 2">
        <a:dk1>
          <a:srgbClr val="990033"/>
        </a:dk1>
        <a:lt1>
          <a:srgbClr val="FFFFFF"/>
        </a:lt1>
        <a:dk2>
          <a:srgbClr val="000000"/>
        </a:dk2>
        <a:lt2>
          <a:srgbClr val="FFFFFF"/>
        </a:lt2>
        <a:accent1>
          <a:srgbClr val="FF33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FFADAA"/>
        </a:accent5>
        <a:accent6>
          <a:srgbClr val="E78A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_1简谐运动 3">
        <a:dk1>
          <a:srgbClr val="CCCCFF"/>
        </a:dk1>
        <a:lt1>
          <a:srgbClr val="FFFFCC"/>
        </a:lt1>
        <a:dk2>
          <a:srgbClr val="000000"/>
        </a:dk2>
        <a:lt2>
          <a:srgbClr val="FFFFFF"/>
        </a:lt2>
        <a:accent1>
          <a:srgbClr val="9999FF"/>
        </a:accent1>
        <a:accent2>
          <a:srgbClr val="33CCCC"/>
        </a:accent2>
        <a:accent3>
          <a:srgbClr val="AAAAAA"/>
        </a:accent3>
        <a:accent4>
          <a:srgbClr val="DADAAE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_1简谐运动 4">
        <a:dk1>
          <a:srgbClr val="000000"/>
        </a:dk1>
        <a:lt1>
          <a:srgbClr val="F8F8F8"/>
        </a:lt1>
        <a:dk2>
          <a:srgbClr val="800000"/>
        </a:dk2>
        <a:lt2>
          <a:srgbClr val="FFFFFF"/>
        </a:lt2>
        <a:accent1>
          <a:srgbClr val="FF3300"/>
        </a:accent1>
        <a:accent2>
          <a:srgbClr val="FF5050"/>
        </a:accent2>
        <a:accent3>
          <a:srgbClr val="C0AAAA"/>
        </a:accent3>
        <a:accent4>
          <a:srgbClr val="D4D4D4"/>
        </a:accent4>
        <a:accent5>
          <a:srgbClr val="FFADAA"/>
        </a:accent5>
        <a:accent6>
          <a:srgbClr val="E74848"/>
        </a:accent6>
        <a:hlink>
          <a:srgbClr val="FF99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_1简谐运动 5">
        <a:dk1>
          <a:srgbClr val="666699"/>
        </a:dk1>
        <a:lt1>
          <a:srgbClr val="FFFFFF"/>
        </a:lt1>
        <a:dk2>
          <a:srgbClr val="000066"/>
        </a:dk2>
        <a:lt2>
          <a:srgbClr val="CCECFF"/>
        </a:lt2>
        <a:accent1>
          <a:srgbClr val="009999"/>
        </a:accent1>
        <a:accent2>
          <a:srgbClr val="0099CC"/>
        </a:accent2>
        <a:accent3>
          <a:srgbClr val="AAAAB8"/>
        </a:accent3>
        <a:accent4>
          <a:srgbClr val="DADADA"/>
        </a:accent4>
        <a:accent5>
          <a:srgbClr val="AACACA"/>
        </a:accent5>
        <a:accent6>
          <a:srgbClr val="008AB9"/>
        </a:accent6>
        <a:hlink>
          <a:srgbClr val="CC99FF"/>
        </a:hlink>
        <a:folHlink>
          <a:srgbClr val="3366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_1简谐运动 6">
        <a:dk1>
          <a:srgbClr val="99CC00"/>
        </a:dk1>
        <a:lt1>
          <a:srgbClr val="FFFFFF"/>
        </a:lt1>
        <a:dk2>
          <a:srgbClr val="009900"/>
        </a:dk2>
        <a:lt2>
          <a:srgbClr val="FFFF99"/>
        </a:lt2>
        <a:accent1>
          <a:srgbClr val="336600"/>
        </a:accent1>
        <a:accent2>
          <a:srgbClr val="008000"/>
        </a:accent2>
        <a:accent3>
          <a:srgbClr val="AACAAA"/>
        </a:accent3>
        <a:accent4>
          <a:srgbClr val="DADADA"/>
        </a:accent4>
        <a:accent5>
          <a:srgbClr val="ADB8AA"/>
        </a:accent5>
        <a:accent6>
          <a:srgbClr val="007300"/>
        </a:accent6>
        <a:hlink>
          <a:srgbClr val="CCCC00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_1简谐运动 7">
        <a:dk1>
          <a:srgbClr val="000066"/>
        </a:dk1>
        <a:lt1>
          <a:srgbClr val="E1F4FF"/>
        </a:lt1>
        <a:dk2>
          <a:srgbClr val="000066"/>
        </a:dk2>
        <a:lt2>
          <a:srgbClr val="CCCCFF"/>
        </a:lt2>
        <a:accent1>
          <a:srgbClr val="9999FF"/>
        </a:accent1>
        <a:accent2>
          <a:srgbClr val="33CCCC"/>
        </a:accent2>
        <a:accent3>
          <a:srgbClr val="EEF8FF"/>
        </a:accent3>
        <a:accent4>
          <a:srgbClr val="000056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4_1简谐运动 8">
        <a:dk1>
          <a:srgbClr val="006699"/>
        </a:dk1>
        <a:lt1>
          <a:srgbClr val="FFFFFF"/>
        </a:lt1>
        <a:dk2>
          <a:srgbClr val="006666"/>
        </a:dk2>
        <a:lt2>
          <a:srgbClr val="FFFFCC"/>
        </a:lt2>
        <a:accent1>
          <a:srgbClr val="EDFAD2"/>
        </a:accent1>
        <a:accent2>
          <a:srgbClr val="EBF7FF"/>
        </a:accent2>
        <a:accent3>
          <a:srgbClr val="FFFFFF"/>
        </a:accent3>
        <a:accent4>
          <a:srgbClr val="005682"/>
        </a:accent4>
        <a:accent5>
          <a:srgbClr val="F4FCE5"/>
        </a:accent5>
        <a:accent6>
          <a:srgbClr val="D5E0E7"/>
        </a:accent6>
        <a:hlink>
          <a:srgbClr val="CC99FF"/>
        </a:hlink>
        <a:folHlink>
          <a:srgbClr val="F2DF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4_1简谐运动 9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9900"/>
        </a:accent1>
        <a:accent2>
          <a:srgbClr val="FF99CC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B9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5_1简谐运动">
  <a:themeElements>
    <a:clrScheme name="">
      <a:dk1>
        <a:srgbClr val="000000"/>
      </a:dk1>
      <a:lt1>
        <a:srgbClr val="FFFFFF"/>
      </a:lt1>
      <a:dk2>
        <a:srgbClr val="006666"/>
      </a:dk2>
      <a:lt2>
        <a:srgbClr val="FFFFCC"/>
      </a:lt2>
      <a:accent1>
        <a:srgbClr val="EDFAD2"/>
      </a:accent1>
      <a:accent2>
        <a:srgbClr val="EBF7FF"/>
      </a:accent2>
      <a:accent3>
        <a:srgbClr val="FFFFFF"/>
      </a:accent3>
      <a:accent4>
        <a:srgbClr val="000000"/>
      </a:accent4>
      <a:accent5>
        <a:srgbClr val="F4FCE5"/>
      </a:accent5>
      <a:accent6>
        <a:srgbClr val="D5E0E7"/>
      </a:accent6>
      <a:hlink>
        <a:srgbClr val="CC99FF"/>
      </a:hlink>
      <a:folHlink>
        <a:srgbClr val="F2DFFD"/>
      </a:folHlink>
    </a:clrScheme>
    <a:fontScheme name="15_1简谐运动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alt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alt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5_1简谐运动 1">
        <a:dk1>
          <a:srgbClr val="9900CC"/>
        </a:dk1>
        <a:lt1>
          <a:srgbClr val="FFFFCC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660066"/>
        </a:accent2>
        <a:accent3>
          <a:srgbClr val="AAAAAA"/>
        </a:accent3>
        <a:accent4>
          <a:srgbClr val="DADAAE"/>
        </a:accent4>
        <a:accent5>
          <a:srgbClr val="B8B8CA"/>
        </a:accent5>
        <a:accent6>
          <a:srgbClr val="5C005C"/>
        </a:accent6>
        <a:hlink>
          <a:srgbClr val="CC00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5_1简谐运动 2">
        <a:dk1>
          <a:srgbClr val="990033"/>
        </a:dk1>
        <a:lt1>
          <a:srgbClr val="FFFFFF"/>
        </a:lt1>
        <a:dk2>
          <a:srgbClr val="000000"/>
        </a:dk2>
        <a:lt2>
          <a:srgbClr val="FFFFFF"/>
        </a:lt2>
        <a:accent1>
          <a:srgbClr val="FF33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FFADAA"/>
        </a:accent5>
        <a:accent6>
          <a:srgbClr val="E78A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5_1简谐运动 3">
        <a:dk1>
          <a:srgbClr val="CCCCFF"/>
        </a:dk1>
        <a:lt1>
          <a:srgbClr val="FFFFCC"/>
        </a:lt1>
        <a:dk2>
          <a:srgbClr val="000000"/>
        </a:dk2>
        <a:lt2>
          <a:srgbClr val="FFFFFF"/>
        </a:lt2>
        <a:accent1>
          <a:srgbClr val="9999FF"/>
        </a:accent1>
        <a:accent2>
          <a:srgbClr val="33CCCC"/>
        </a:accent2>
        <a:accent3>
          <a:srgbClr val="AAAAAA"/>
        </a:accent3>
        <a:accent4>
          <a:srgbClr val="DADAAE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5_1简谐运动 4">
        <a:dk1>
          <a:srgbClr val="000000"/>
        </a:dk1>
        <a:lt1>
          <a:srgbClr val="F8F8F8"/>
        </a:lt1>
        <a:dk2>
          <a:srgbClr val="800000"/>
        </a:dk2>
        <a:lt2>
          <a:srgbClr val="FFFFFF"/>
        </a:lt2>
        <a:accent1>
          <a:srgbClr val="FF3300"/>
        </a:accent1>
        <a:accent2>
          <a:srgbClr val="FF5050"/>
        </a:accent2>
        <a:accent3>
          <a:srgbClr val="C0AAAA"/>
        </a:accent3>
        <a:accent4>
          <a:srgbClr val="D4D4D4"/>
        </a:accent4>
        <a:accent5>
          <a:srgbClr val="FFADAA"/>
        </a:accent5>
        <a:accent6>
          <a:srgbClr val="E74848"/>
        </a:accent6>
        <a:hlink>
          <a:srgbClr val="FF99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5_1简谐运动 5">
        <a:dk1>
          <a:srgbClr val="666699"/>
        </a:dk1>
        <a:lt1>
          <a:srgbClr val="FFFFFF"/>
        </a:lt1>
        <a:dk2>
          <a:srgbClr val="000066"/>
        </a:dk2>
        <a:lt2>
          <a:srgbClr val="CCECFF"/>
        </a:lt2>
        <a:accent1>
          <a:srgbClr val="009999"/>
        </a:accent1>
        <a:accent2>
          <a:srgbClr val="0099CC"/>
        </a:accent2>
        <a:accent3>
          <a:srgbClr val="AAAAB8"/>
        </a:accent3>
        <a:accent4>
          <a:srgbClr val="DADADA"/>
        </a:accent4>
        <a:accent5>
          <a:srgbClr val="AACACA"/>
        </a:accent5>
        <a:accent6>
          <a:srgbClr val="008AB9"/>
        </a:accent6>
        <a:hlink>
          <a:srgbClr val="CC99FF"/>
        </a:hlink>
        <a:folHlink>
          <a:srgbClr val="3366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5_1简谐运动 6">
        <a:dk1>
          <a:srgbClr val="99CC00"/>
        </a:dk1>
        <a:lt1>
          <a:srgbClr val="FFFFFF"/>
        </a:lt1>
        <a:dk2>
          <a:srgbClr val="009900"/>
        </a:dk2>
        <a:lt2>
          <a:srgbClr val="FFFF99"/>
        </a:lt2>
        <a:accent1>
          <a:srgbClr val="336600"/>
        </a:accent1>
        <a:accent2>
          <a:srgbClr val="008000"/>
        </a:accent2>
        <a:accent3>
          <a:srgbClr val="AACAAA"/>
        </a:accent3>
        <a:accent4>
          <a:srgbClr val="DADADA"/>
        </a:accent4>
        <a:accent5>
          <a:srgbClr val="ADB8AA"/>
        </a:accent5>
        <a:accent6>
          <a:srgbClr val="007300"/>
        </a:accent6>
        <a:hlink>
          <a:srgbClr val="CCCC00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5_1简谐运动 7">
        <a:dk1>
          <a:srgbClr val="000066"/>
        </a:dk1>
        <a:lt1>
          <a:srgbClr val="E1F4FF"/>
        </a:lt1>
        <a:dk2>
          <a:srgbClr val="000066"/>
        </a:dk2>
        <a:lt2>
          <a:srgbClr val="CCCCFF"/>
        </a:lt2>
        <a:accent1>
          <a:srgbClr val="9999FF"/>
        </a:accent1>
        <a:accent2>
          <a:srgbClr val="33CCCC"/>
        </a:accent2>
        <a:accent3>
          <a:srgbClr val="EEF8FF"/>
        </a:accent3>
        <a:accent4>
          <a:srgbClr val="000056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5_1简谐运动 8">
        <a:dk1>
          <a:srgbClr val="006699"/>
        </a:dk1>
        <a:lt1>
          <a:srgbClr val="FFFFFF"/>
        </a:lt1>
        <a:dk2>
          <a:srgbClr val="006666"/>
        </a:dk2>
        <a:lt2>
          <a:srgbClr val="FFFFCC"/>
        </a:lt2>
        <a:accent1>
          <a:srgbClr val="EDFAD2"/>
        </a:accent1>
        <a:accent2>
          <a:srgbClr val="EBF7FF"/>
        </a:accent2>
        <a:accent3>
          <a:srgbClr val="FFFFFF"/>
        </a:accent3>
        <a:accent4>
          <a:srgbClr val="005682"/>
        </a:accent4>
        <a:accent5>
          <a:srgbClr val="F4FCE5"/>
        </a:accent5>
        <a:accent6>
          <a:srgbClr val="D5E0E7"/>
        </a:accent6>
        <a:hlink>
          <a:srgbClr val="CC99FF"/>
        </a:hlink>
        <a:folHlink>
          <a:srgbClr val="F2DF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5_1简谐运动 9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9900"/>
        </a:accent1>
        <a:accent2>
          <a:srgbClr val="FF99CC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B9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C:\My Documents\新课件\14(已改）\14_1简谐运动.ppt</Template>
  <TotalTime>0</TotalTime>
  <Words>644</Words>
  <Application>WPS 演示</Application>
  <PresentationFormat>全屏显示(4:3)</PresentationFormat>
  <Paragraphs>81</Paragraphs>
  <Slides>17</Slides>
  <Notes>0</Notes>
  <HiddenSlides>0</HiddenSlides>
  <MMClips>0</MMClips>
  <ScaleCrop>false</ScaleCrop>
  <HeadingPairs>
    <vt:vector size="10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157</vt:i4>
      </vt:variant>
      <vt:variant>
        <vt:lpstr>幻灯片标题</vt:lpstr>
      </vt:variant>
      <vt:variant>
        <vt:i4>17</vt:i4>
      </vt:variant>
      <vt:variant>
        <vt:lpstr>自定义放映</vt:lpstr>
      </vt:variant>
      <vt:variant>
        <vt:i4>1</vt:i4>
      </vt:variant>
    </vt:vector>
  </HeadingPairs>
  <TitlesOfParts>
    <vt:vector size="190" baseType="lpstr">
      <vt:lpstr>Arial</vt:lpstr>
      <vt:lpstr>宋体</vt:lpstr>
      <vt:lpstr>Wingdings</vt:lpstr>
      <vt:lpstr>Times New Roman</vt:lpstr>
      <vt:lpstr>Verdana</vt:lpstr>
      <vt:lpstr>等线</vt:lpstr>
      <vt:lpstr>楷体_GB2312</vt:lpstr>
      <vt:lpstr>新宋体</vt:lpstr>
      <vt:lpstr>Calibri</vt:lpstr>
      <vt:lpstr>楷体</vt:lpstr>
      <vt:lpstr>KSOF3FB35F8F</vt:lpstr>
      <vt:lpstr>FFont-Family</vt:lpstr>
      <vt:lpstr>微软雅黑</vt:lpstr>
      <vt:lpstr>14_1简谐运动</vt:lpstr>
      <vt:lpstr>15_1简谐运动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Equation.KSEE3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Equation.KSEE3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自定义放映 1</vt:lpstr>
    </vt:vector>
  </TitlesOfParts>
  <Company>南京建筑工程学院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9-2旋转矢量.ppt</dc:title>
  <dc:creator>江南大学物理基础部  朱云</dc:creator>
  <cp:lastModifiedBy>Administrator</cp:lastModifiedBy>
  <cp:revision>197</cp:revision>
  <dcterms:created xsi:type="dcterms:W3CDTF">2000-08-14T12:58:35Z</dcterms:created>
  <dcterms:modified xsi:type="dcterms:W3CDTF">2026-09-27T10:45:47Z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2052-12.1.0.28488</vt:lpwstr>
  </property>
  <property fmtid="{D5CDD505-2E9C-101B-9397-08002B2CF9AE}" pid="3" name="ICV">
    <vt:lpwstr>7886CC851FA647829366C0BACD107BC6_13</vt:lpwstr>
  </property>
</Properties>
</file>